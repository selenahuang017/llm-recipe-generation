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34.xml" ContentType="application/vnd.openxmlformats-officedocument.presentationml.slideLayout+xml"/>
  <Override PartName="/ppt/slideLayouts/slideLayout35.xml" ContentType="application/vnd.openxmlformats-officedocument.presentationml.slideLayout+xml"/>
  <Override PartName="/ppt/slideLayouts/slideLayout36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726" r:id="rId1"/>
  </p:sldMasterIdLst>
  <p:notesMasterIdLst>
    <p:notesMasterId r:id="rId21"/>
  </p:notesMasterIdLst>
  <p:handoutMasterIdLst>
    <p:handoutMasterId r:id="rId22"/>
  </p:handoutMasterIdLst>
  <p:sldIdLst>
    <p:sldId id="1935" r:id="rId2"/>
    <p:sldId id="1951" r:id="rId3"/>
    <p:sldId id="1983" r:id="rId4"/>
    <p:sldId id="1984" r:id="rId5"/>
    <p:sldId id="1985" r:id="rId6"/>
    <p:sldId id="1986" r:id="rId7"/>
    <p:sldId id="1987" r:id="rId8"/>
    <p:sldId id="1988" r:id="rId9"/>
    <p:sldId id="1989" r:id="rId10"/>
    <p:sldId id="1990" r:id="rId11"/>
    <p:sldId id="1991" r:id="rId12"/>
    <p:sldId id="1994" r:id="rId13"/>
    <p:sldId id="1995" r:id="rId14"/>
    <p:sldId id="1992" r:id="rId15"/>
    <p:sldId id="1993" r:id="rId16"/>
    <p:sldId id="1982" r:id="rId17"/>
    <p:sldId id="1981" r:id="rId18"/>
    <p:sldId id="1963" r:id="rId19"/>
    <p:sldId id="1950" r:id="rId20"/>
  </p:sldIdLst>
  <p:sldSz cx="12192000" cy="6858000"/>
  <p:notesSz cx="7010400" cy="92964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3840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99CCFF"/>
    <a:srgbClr val="83CCEB"/>
    <a:srgbClr val="C0E6F5"/>
    <a:srgbClr val="960000"/>
    <a:srgbClr val="6109FF"/>
    <a:srgbClr val="F2F2F2"/>
    <a:srgbClr val="FFBCE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24723" autoAdjust="0"/>
    <p:restoredTop sz="94068" autoAdjust="0"/>
  </p:normalViewPr>
  <p:slideViewPr>
    <p:cSldViewPr snapToGrid="0">
      <p:cViewPr>
        <p:scale>
          <a:sx n="100" d="100"/>
          <a:sy n="100" d="100"/>
        </p:scale>
        <p:origin x="432" y="270"/>
      </p:cViewPr>
      <p:guideLst>
        <p:guide orient="horz" pos="2160"/>
        <p:guide pos="3840"/>
      </p:guideLst>
    </p:cSldViewPr>
  </p:slideViewPr>
  <p:notesTextViewPr>
    <p:cViewPr>
      <p:scale>
        <a:sx n="1" d="1"/>
        <a:sy n="1" d="1"/>
      </p:scale>
      <p:origin x="0" y="0"/>
    </p:cViewPr>
  </p:notesTextViewPr>
  <p:sorterViewPr>
    <p:cViewPr varScale="1">
      <p:scale>
        <a:sx n="100" d="100"/>
        <a:sy n="100" d="100"/>
      </p:scale>
      <p:origin x="0" y="0"/>
    </p:cViewPr>
  </p:sorterViewPr>
  <p:notesViewPr>
    <p:cSldViewPr snapToGrid="0">
      <p:cViewPr varScale="1">
        <p:scale>
          <a:sx n="83" d="100"/>
          <a:sy n="83" d="100"/>
        </p:scale>
        <p:origin x="3894" y="90"/>
      </p:cViewPr>
      <p:guideLst/>
    </p:cSldViewPr>
  </p:notes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tableStyles" Target="tableStyles.xml"/><Relationship Id="rId3" Type="http://schemas.openxmlformats.org/officeDocument/2006/relationships/slide" Target="slides/slide2.xml"/><Relationship Id="rId21" Type="http://schemas.openxmlformats.org/officeDocument/2006/relationships/notesMaster" Target="notesMasters/notesMaster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viewProps" Target="view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presProps" Target="pres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handoutMaster" Target="handoutMasters/handoutMaster1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E29A5B5B-BA42-7F40-A451-C069E5F2ADC1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3"/>
            <a:ext cx="3037840" cy="466434"/>
          </a:xfrm>
          <a:prstGeom prst="rect">
            <a:avLst/>
          </a:prstGeom>
        </p:spPr>
        <p:txBody>
          <a:bodyPr vert="horz" lIns="93177" tIns="46589" rIns="93177" bIns="46589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14DC40C0-284D-294B-81AA-06AC658E6F2C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970938" y="3"/>
            <a:ext cx="3037840" cy="466434"/>
          </a:xfrm>
          <a:prstGeom prst="rect">
            <a:avLst/>
          </a:prstGeom>
        </p:spPr>
        <p:txBody>
          <a:bodyPr vert="horz" lIns="93177" tIns="46589" rIns="93177" bIns="46589" rtlCol="0"/>
          <a:lstStyle>
            <a:lvl1pPr algn="r">
              <a:defRPr sz="1200"/>
            </a:lvl1pPr>
          </a:lstStyle>
          <a:p>
            <a:fld id="{F4628003-0FBA-A54E-A68C-FDC9D58E7C1C}" type="datetimeFigureOut">
              <a:rPr lang="en-US" smtClean="0"/>
              <a:t>01-Dec-25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3A850E93-B501-1241-B606-E9FD3C54B37C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829967"/>
            <a:ext cx="3037840" cy="466433"/>
          </a:xfrm>
          <a:prstGeom prst="rect">
            <a:avLst/>
          </a:prstGeom>
        </p:spPr>
        <p:txBody>
          <a:bodyPr vert="horz" lIns="93177" tIns="46589" rIns="93177" bIns="46589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9CF8C278-7FF1-4D4F-BBB1-086A6F2F4A8D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970938" y="8829967"/>
            <a:ext cx="3037840" cy="466433"/>
          </a:xfrm>
          <a:prstGeom prst="rect">
            <a:avLst/>
          </a:prstGeom>
        </p:spPr>
        <p:txBody>
          <a:bodyPr vert="horz" lIns="93177" tIns="46589" rIns="93177" bIns="46589" rtlCol="0" anchor="b"/>
          <a:lstStyle>
            <a:lvl1pPr algn="r">
              <a:defRPr sz="1200"/>
            </a:lvl1pPr>
          </a:lstStyle>
          <a:p>
            <a:fld id="{5D63BFF2-37E2-9944-8557-780405E1B46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90438031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3"/>
            <a:ext cx="3037840" cy="466434"/>
          </a:xfrm>
          <a:prstGeom prst="rect">
            <a:avLst/>
          </a:prstGeom>
        </p:spPr>
        <p:txBody>
          <a:bodyPr vert="horz" lIns="93177" tIns="46589" rIns="93177" bIns="46589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970938" y="3"/>
            <a:ext cx="3037840" cy="466434"/>
          </a:xfrm>
          <a:prstGeom prst="rect">
            <a:avLst/>
          </a:prstGeom>
        </p:spPr>
        <p:txBody>
          <a:bodyPr vert="horz" lIns="93177" tIns="46589" rIns="93177" bIns="46589" rtlCol="0"/>
          <a:lstStyle>
            <a:lvl1pPr algn="r">
              <a:defRPr sz="1200"/>
            </a:lvl1pPr>
          </a:lstStyle>
          <a:p>
            <a:fld id="{EC3ABEF8-7173-4009-9FAA-9F7A030B9149}" type="datetimeFigureOut">
              <a:rPr lang="en-US" smtClean="0"/>
              <a:t>01-Dec-25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717550" y="1162050"/>
            <a:ext cx="5575300" cy="31369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3177" tIns="46589" rIns="93177" bIns="46589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701040" y="4473892"/>
            <a:ext cx="5608320" cy="3660459"/>
          </a:xfrm>
          <a:prstGeom prst="rect">
            <a:avLst/>
          </a:prstGeom>
        </p:spPr>
        <p:txBody>
          <a:bodyPr vert="horz" lIns="93177" tIns="46589" rIns="93177" bIns="46589" rtlCol="0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829967"/>
            <a:ext cx="3037840" cy="466433"/>
          </a:xfrm>
          <a:prstGeom prst="rect">
            <a:avLst/>
          </a:prstGeom>
        </p:spPr>
        <p:txBody>
          <a:bodyPr vert="horz" lIns="93177" tIns="46589" rIns="93177" bIns="46589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970938" y="8829967"/>
            <a:ext cx="3037840" cy="466433"/>
          </a:xfrm>
          <a:prstGeom prst="rect">
            <a:avLst/>
          </a:prstGeom>
        </p:spPr>
        <p:txBody>
          <a:bodyPr vert="horz" lIns="93177" tIns="46589" rIns="93177" bIns="46589" rtlCol="0" anchor="b"/>
          <a:lstStyle>
            <a:lvl1pPr algn="r">
              <a:defRPr sz="1200"/>
            </a:lvl1pPr>
          </a:lstStyle>
          <a:p>
            <a:fld id="{B810CD74-2C8B-4878-921B-833EEDFB501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690770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810CD74-2C8B-4878-921B-833EEDFB5012}" type="slidenum">
              <a:rPr lang="en-US" smtClean="0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386338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sz="1200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810CD74-2C8B-4878-921B-833EEDFB5012}" type="slidenum">
              <a:rPr lang="en-US" smtClean="0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9610819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810CD74-2C8B-4878-921B-833EEDFB5012}" type="slidenum">
              <a:rPr lang="en-US" smtClean="0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59245325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emf"/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4.jpeg"/></Relationships>
</file>

<file path=ppt/slideLayouts/_rels/slideLayout2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emf"/><Relationship Id="rId2" Type="http://schemas.openxmlformats.org/officeDocument/2006/relationships/image" Target="../media/image5.jpe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emf"/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emf"/><Relationship Id="rId2" Type="http://schemas.openxmlformats.org/officeDocument/2006/relationships/image" Target="../media/image5.jpe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7.jpe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emf"/><Relationship Id="rId2" Type="http://schemas.openxmlformats.org/officeDocument/2006/relationships/image" Target="../media/image9.jpe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7.jpeg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emf"/><Relationship Id="rId2" Type="http://schemas.openxmlformats.org/officeDocument/2006/relationships/image" Target="../media/image9.jpeg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emf"/><Relationship Id="rId2" Type="http://schemas.openxmlformats.org/officeDocument/2006/relationships/image" Target="../media/image11.jpeg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emf"/><Relationship Id="rId2" Type="http://schemas.openxmlformats.org/officeDocument/2006/relationships/image" Target="../media/image13.jpeg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jpeg"/><Relationship Id="rId1" Type="http://schemas.openxmlformats.org/officeDocument/2006/relationships/slideMaster" Target="../slideMasters/slideMaster1.xml"/></Relationships>
</file>

<file path=ppt/slideLayouts/_rels/slideLayout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jpeg"/><Relationship Id="rId1" Type="http://schemas.openxmlformats.org/officeDocument/2006/relationships/slideMaster" Target="../slideMasters/slideMaster1.xml"/></Relationships>
</file>

<file path=ppt/slideLayouts/_rels/slideLayout2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emf"/><Relationship Id="rId1" Type="http://schemas.openxmlformats.org/officeDocument/2006/relationships/slideMaster" Target="../slideMasters/slideMaster1.xml"/></Relationships>
</file>

<file path=ppt/slideLayouts/_rels/slideLayout3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jpeg"/><Relationship Id="rId2" Type="http://schemas.openxmlformats.org/officeDocument/2006/relationships/image" Target="../media/image12.emf"/><Relationship Id="rId1" Type="http://schemas.openxmlformats.org/officeDocument/2006/relationships/slideMaster" Target="../slideMasters/slideMaster1.xml"/></Relationships>
</file>

<file path=ppt/slideLayouts/_rels/slideLayout3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emf"/><Relationship Id="rId2" Type="http://schemas.openxmlformats.org/officeDocument/2006/relationships/image" Target="../media/image17.jpeg"/><Relationship Id="rId1" Type="http://schemas.openxmlformats.org/officeDocument/2006/relationships/slideMaster" Target="../slideMasters/slideMaster1.xml"/></Relationships>
</file>

<file path=ppt/slideLayouts/_rels/slideLayout3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Slide 1 Dar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Date Placeholder 16"/>
          <p:cNvSpPr>
            <a:spLocks noGrp="1"/>
          </p:cNvSpPr>
          <p:nvPr>
            <p:ph type="dt" sz="half" idx="14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18" name="Footer Placeholder 17"/>
          <p:cNvSpPr>
            <a:spLocks noGrp="1"/>
          </p:cNvSpPr>
          <p:nvPr>
            <p:ph type="ftr" sz="quarter" idx="15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19" name="Slide Number Placeholder 18"/>
          <p:cNvSpPr>
            <a:spLocks noGrp="1"/>
          </p:cNvSpPr>
          <p:nvPr>
            <p:ph type="sldNum" sz="quarter" idx="16"/>
          </p:nvPr>
        </p:nvSpPr>
        <p:spPr/>
        <p:txBody>
          <a:bodyPr/>
          <a:lstStyle/>
          <a:p>
            <a:fld id="{A2D3FCAD-823A-476E-8B64-08133BA4013A}" type="slidenum">
              <a:rPr lang="en-US" smtClean="0"/>
              <a:t>‹#›</a:t>
            </a:fld>
            <a:endParaRPr lang="en-US"/>
          </a:p>
        </p:txBody>
      </p:sp>
      <p:pic>
        <p:nvPicPr>
          <p:cNvPr id="13" name="Picture 12"/>
          <p:cNvPicPr>
            <a:picLocks noChangeAspect="1"/>
          </p:cNvPicPr>
          <p:nvPr/>
        </p:nvPicPr>
        <p:blipFill>
          <a:blip r:embed="rId2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2374" y="0"/>
            <a:ext cx="12189624" cy="6856664"/>
          </a:xfrm>
          <a:prstGeom prst="rect">
            <a:avLst/>
          </a:prstGeom>
          <a:ln>
            <a:noFill/>
          </a:ln>
        </p:spPr>
      </p:pic>
      <p:sp>
        <p:nvSpPr>
          <p:cNvPr id="10" name="Rectangle 9"/>
          <p:cNvSpPr/>
          <p:nvPr/>
        </p:nvSpPr>
        <p:spPr>
          <a:xfrm>
            <a:off x="0" y="4358640"/>
            <a:ext cx="12192000" cy="2499360"/>
          </a:xfrm>
          <a:prstGeom prst="rect">
            <a:avLst/>
          </a:prstGeom>
          <a:gradFill>
            <a:gsLst>
              <a:gs pos="0">
                <a:schemeClr val="accent1">
                  <a:lumMod val="50000"/>
                  <a:alpha val="0"/>
                </a:schemeClr>
              </a:gs>
              <a:gs pos="100000">
                <a:schemeClr val="accent1">
                  <a:lumMod val="50000"/>
                  <a:alpha val="25000"/>
                </a:schemeClr>
              </a:gs>
            </a:gsLst>
            <a:lin ang="5400000" scaled="1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Title 1"/>
          <p:cNvSpPr>
            <a:spLocks noGrp="1"/>
          </p:cNvSpPr>
          <p:nvPr>
            <p:ph type="ctrTitle" hasCustomPrompt="1"/>
          </p:nvPr>
        </p:nvSpPr>
        <p:spPr>
          <a:xfrm>
            <a:off x="685800" y="2324100"/>
            <a:ext cx="9144000" cy="1572399"/>
          </a:xfrm>
        </p:spPr>
        <p:txBody>
          <a:bodyPr anchor="b">
            <a:normAutofit/>
          </a:bodyPr>
          <a:lstStyle>
            <a:lvl1pPr algn="l">
              <a:defRPr sz="4000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Click to add title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 hasCustomPrompt="1"/>
          </p:nvPr>
        </p:nvSpPr>
        <p:spPr>
          <a:xfrm>
            <a:off x="685800" y="4038600"/>
            <a:ext cx="9144000" cy="837532"/>
          </a:xfrm>
        </p:spPr>
        <p:txBody>
          <a:bodyPr lIns="0" tIns="0" rIns="0" bIns="0"/>
          <a:lstStyle>
            <a:lvl1pPr marL="0" indent="0" algn="l">
              <a:buNone/>
              <a:defRPr sz="2400" b="1">
                <a:solidFill>
                  <a:schemeClr val="accent2">
                    <a:lumMod val="60000"/>
                    <a:lumOff val="40000"/>
                  </a:schemeClr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dirty="0"/>
              <a:t>Click to add subtitle </a:t>
            </a:r>
          </a:p>
        </p:txBody>
      </p:sp>
      <p:sp>
        <p:nvSpPr>
          <p:cNvPr id="12" name="Text Placeholder 11"/>
          <p:cNvSpPr>
            <a:spLocks noGrp="1"/>
          </p:cNvSpPr>
          <p:nvPr>
            <p:ph type="body" sz="quarter" idx="13" hasCustomPrompt="1"/>
          </p:nvPr>
        </p:nvSpPr>
        <p:spPr>
          <a:xfrm>
            <a:off x="685800" y="4876800"/>
            <a:ext cx="5410200" cy="1333500"/>
          </a:xfrm>
        </p:spPr>
        <p:txBody>
          <a:bodyPr lIns="0" tIns="0" rIns="0" bIns="0">
            <a:norm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400">
                <a:solidFill>
                  <a:schemeClr val="accent2">
                    <a:lumMod val="60000"/>
                    <a:lumOff val="40000"/>
                  </a:schemeClr>
                </a:solidFill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dirty="0"/>
              <a:t>Name</a:t>
            </a:r>
            <a:br>
              <a:rPr lang="en-US" dirty="0"/>
            </a:br>
            <a:r>
              <a:rPr lang="en-US" dirty="0"/>
              <a:t>Title</a:t>
            </a:r>
            <a:br>
              <a:rPr lang="en-US" dirty="0"/>
            </a:br>
            <a:r>
              <a:rPr lang="en-US" dirty="0"/>
              <a:t>Contact information</a:t>
            </a:r>
          </a:p>
        </p:txBody>
      </p:sp>
      <p:pic>
        <p:nvPicPr>
          <p:cNvPr id="11" name="Picture 10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247009" y="95382"/>
            <a:ext cx="3178301" cy="1309907"/>
          </a:xfrm>
          <a:prstGeom prst="rect">
            <a:avLst/>
          </a:prstGeom>
        </p:spPr>
      </p:pic>
      <p:pic>
        <p:nvPicPr>
          <p:cNvPr id="1026" name="Picture 2" descr="White logo on a heritage blue background">
            <a:extLst>
              <a:ext uri="{FF2B5EF4-FFF2-40B4-BE49-F238E27FC236}">
                <a16:creationId xmlns:a16="http://schemas.microsoft.com/office/drawing/2014/main" id="{D9BDCD0A-FF1A-460E-9763-C5DA3B32CAFA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38900" y="95382"/>
            <a:ext cx="2594517" cy="1730523"/>
          </a:xfrm>
          <a:prstGeom prst="rect">
            <a:avLst/>
          </a:prstGeom>
          <a:noFill/>
          <a:effectLst>
            <a:softEdge rad="31750"/>
          </a:effectLst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088057094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2" pos="432">
          <p15:clr>
            <a:srgbClr val="FBAE40"/>
          </p15:clr>
        </p15:guide>
      </p15:sldGuideLst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Slide 1 Ligh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" name="Picture 14"/>
          <p:cNvPicPr>
            <a:picLocks noChangeAspect="1"/>
          </p:cNvPicPr>
          <p:nvPr/>
        </p:nvPicPr>
        <p:blipFill>
          <a:blip r:embed="rId2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" y="667"/>
            <a:ext cx="12189624" cy="6856664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ctrTitle" hasCustomPrompt="1"/>
          </p:nvPr>
        </p:nvSpPr>
        <p:spPr>
          <a:xfrm>
            <a:off x="685800" y="2324100"/>
            <a:ext cx="9144000" cy="1572399"/>
          </a:xfrm>
        </p:spPr>
        <p:txBody>
          <a:bodyPr anchor="b">
            <a:normAutofit/>
          </a:bodyPr>
          <a:lstStyle>
            <a:lvl1pPr algn="l">
              <a:defRPr sz="4000"/>
            </a:lvl1pPr>
          </a:lstStyle>
          <a:p>
            <a:r>
              <a:rPr lang="en-US" dirty="0"/>
              <a:t>Click to add title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 hasCustomPrompt="1"/>
          </p:nvPr>
        </p:nvSpPr>
        <p:spPr>
          <a:xfrm>
            <a:off x="685800" y="4038600"/>
            <a:ext cx="9144000" cy="838200"/>
          </a:xfrm>
        </p:spPr>
        <p:txBody>
          <a:bodyPr lIns="0" tIns="0" rIns="0" bIns="0"/>
          <a:lstStyle>
            <a:lvl1pPr marL="0" indent="0" algn="l">
              <a:buNone/>
              <a:defRPr sz="2400" b="1">
                <a:solidFill>
                  <a:schemeClr val="accent2"/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dirty="0"/>
              <a:t>Click to add subtitle</a:t>
            </a:r>
          </a:p>
        </p:txBody>
      </p:sp>
      <p:sp>
        <p:nvSpPr>
          <p:cNvPr id="12" name="Text Placeholder 11"/>
          <p:cNvSpPr>
            <a:spLocks noGrp="1"/>
          </p:cNvSpPr>
          <p:nvPr>
            <p:ph type="body" sz="quarter" idx="13" hasCustomPrompt="1"/>
          </p:nvPr>
        </p:nvSpPr>
        <p:spPr>
          <a:xfrm>
            <a:off x="685800" y="4876800"/>
            <a:ext cx="5410200" cy="1333500"/>
          </a:xfrm>
        </p:spPr>
        <p:txBody>
          <a:bodyPr lIns="0" tIns="0" rIns="0" bIns="0">
            <a:norm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400">
                <a:solidFill>
                  <a:schemeClr val="accent2"/>
                </a:solidFill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dirty="0"/>
              <a:t>Name</a:t>
            </a:r>
            <a:br>
              <a:rPr lang="en-US" dirty="0"/>
            </a:br>
            <a:r>
              <a:rPr lang="en-US" dirty="0"/>
              <a:t>Title</a:t>
            </a:r>
            <a:br>
              <a:rPr lang="en-US" dirty="0"/>
            </a:br>
            <a:r>
              <a:rPr lang="en-US" dirty="0"/>
              <a:t>Contact information</a:t>
            </a:r>
          </a:p>
        </p:txBody>
      </p:sp>
      <p:pic>
        <p:nvPicPr>
          <p:cNvPr id="11" name="Picture 10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247009" y="95382"/>
            <a:ext cx="3178301" cy="130990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75881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5" pos="432">
          <p15:clr>
            <a:srgbClr val="FBAE4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Slide 2 Dar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Date Placeholder 20"/>
          <p:cNvSpPr>
            <a:spLocks noGrp="1"/>
          </p:cNvSpPr>
          <p:nvPr>
            <p:ph type="dt" sz="half" idx="15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22" name="Footer Placeholder 21"/>
          <p:cNvSpPr>
            <a:spLocks noGrp="1"/>
          </p:cNvSpPr>
          <p:nvPr>
            <p:ph type="ftr" sz="quarter" idx="16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23" name="Slide Number Placeholder 22"/>
          <p:cNvSpPr>
            <a:spLocks noGrp="1"/>
          </p:cNvSpPr>
          <p:nvPr>
            <p:ph type="sldNum" sz="quarter" idx="17"/>
          </p:nvPr>
        </p:nvSpPr>
        <p:spPr/>
        <p:txBody>
          <a:bodyPr/>
          <a:lstStyle/>
          <a:p>
            <a:fld id="{A2D3FCAD-823A-476E-8B64-08133BA4013A}" type="slidenum">
              <a:rPr lang="en-US" smtClean="0"/>
              <a:t>‹#›</a:t>
            </a:fld>
            <a:endParaRPr lang="en-US"/>
          </a:p>
        </p:txBody>
      </p:sp>
      <p:pic>
        <p:nvPicPr>
          <p:cNvPr id="12" name="Picture 11"/>
          <p:cNvPicPr>
            <a:picLocks noChangeAspect="1"/>
          </p:cNvPicPr>
          <p:nvPr/>
        </p:nvPicPr>
        <p:blipFill>
          <a:blip r:embed="rId2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2374" y="0"/>
            <a:ext cx="12189624" cy="6856664"/>
          </a:xfrm>
          <a:prstGeom prst="rect">
            <a:avLst/>
          </a:prstGeom>
          <a:ln>
            <a:noFill/>
          </a:ln>
        </p:spPr>
      </p:pic>
      <p:sp>
        <p:nvSpPr>
          <p:cNvPr id="10" name="Rectangle 9"/>
          <p:cNvSpPr/>
          <p:nvPr/>
        </p:nvSpPr>
        <p:spPr>
          <a:xfrm>
            <a:off x="1" y="4358640"/>
            <a:ext cx="12192000" cy="2499360"/>
          </a:xfrm>
          <a:prstGeom prst="rect">
            <a:avLst/>
          </a:prstGeom>
          <a:gradFill>
            <a:gsLst>
              <a:gs pos="0">
                <a:schemeClr val="accent1">
                  <a:lumMod val="50000"/>
                  <a:alpha val="0"/>
                </a:schemeClr>
              </a:gs>
              <a:gs pos="100000">
                <a:schemeClr val="accent1">
                  <a:lumMod val="50000"/>
                  <a:alpha val="25000"/>
                </a:schemeClr>
              </a:gs>
            </a:gsLst>
            <a:lin ang="5400000" scaled="1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Title 1"/>
          <p:cNvSpPr>
            <a:spLocks noGrp="1"/>
          </p:cNvSpPr>
          <p:nvPr>
            <p:ph type="ctrTitle" hasCustomPrompt="1"/>
          </p:nvPr>
        </p:nvSpPr>
        <p:spPr>
          <a:xfrm>
            <a:off x="685800" y="2324100"/>
            <a:ext cx="5410200" cy="1572399"/>
          </a:xfrm>
        </p:spPr>
        <p:txBody>
          <a:bodyPr anchor="b">
            <a:normAutofit/>
          </a:bodyPr>
          <a:lstStyle>
            <a:lvl1pPr algn="l">
              <a:defRPr sz="4000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Click to add title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 hasCustomPrompt="1"/>
          </p:nvPr>
        </p:nvSpPr>
        <p:spPr>
          <a:xfrm>
            <a:off x="685800" y="4038600"/>
            <a:ext cx="5410200" cy="837532"/>
          </a:xfrm>
        </p:spPr>
        <p:txBody>
          <a:bodyPr lIns="0" tIns="0" rIns="0" bIns="0"/>
          <a:lstStyle>
            <a:lvl1pPr marL="0" indent="0" algn="l">
              <a:buNone/>
              <a:defRPr sz="2400" b="1">
                <a:solidFill>
                  <a:schemeClr val="accent2">
                    <a:lumMod val="60000"/>
                    <a:lumOff val="40000"/>
                  </a:schemeClr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dirty="0"/>
              <a:t>Click to add subtitle</a:t>
            </a:r>
          </a:p>
        </p:txBody>
      </p:sp>
      <p:sp>
        <p:nvSpPr>
          <p:cNvPr id="11" name="Picture Placeholder 7"/>
          <p:cNvSpPr>
            <a:spLocks noGrp="1"/>
          </p:cNvSpPr>
          <p:nvPr>
            <p:ph type="pic" sz="quarter" idx="14" hasCustomPrompt="1"/>
          </p:nvPr>
        </p:nvSpPr>
        <p:spPr>
          <a:xfrm>
            <a:off x="6858001" y="566530"/>
            <a:ext cx="5334000" cy="5734880"/>
          </a:xfrm>
          <a:solidFill>
            <a:schemeClr val="tx2"/>
          </a:solidFill>
          <a:ln>
            <a:noFill/>
          </a:ln>
        </p:spPr>
        <p:txBody>
          <a:bodyPr anchor="ctr"/>
          <a:lstStyle>
            <a:lvl1pPr marL="0" indent="0" algn="ctr">
              <a:buNone/>
              <a:defRPr baseline="0">
                <a:solidFill>
                  <a:schemeClr val="tx2">
                    <a:lumMod val="60000"/>
                    <a:lumOff val="40000"/>
                  </a:schemeClr>
                </a:solidFill>
              </a:defRPr>
            </a:lvl1pPr>
          </a:lstStyle>
          <a:p>
            <a:r>
              <a:rPr lang="en-US" dirty="0"/>
              <a:t>Click to add image</a:t>
            </a:r>
          </a:p>
        </p:txBody>
      </p:sp>
      <p:pic>
        <p:nvPicPr>
          <p:cNvPr id="16" name="Picture 15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247009" y="95382"/>
            <a:ext cx="3178301" cy="1309907"/>
          </a:xfrm>
          <a:prstGeom prst="rect">
            <a:avLst/>
          </a:prstGeom>
        </p:spPr>
      </p:pic>
      <p:sp>
        <p:nvSpPr>
          <p:cNvPr id="13" name="Text Placeholder 11"/>
          <p:cNvSpPr>
            <a:spLocks noGrp="1"/>
          </p:cNvSpPr>
          <p:nvPr>
            <p:ph type="body" sz="quarter" idx="13" hasCustomPrompt="1"/>
          </p:nvPr>
        </p:nvSpPr>
        <p:spPr>
          <a:xfrm>
            <a:off x="685800" y="4876800"/>
            <a:ext cx="5410200" cy="1333500"/>
          </a:xfrm>
        </p:spPr>
        <p:txBody>
          <a:bodyPr lIns="0" tIns="0" rIns="0" bIns="0">
            <a:norm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400">
                <a:solidFill>
                  <a:schemeClr val="accent2">
                    <a:lumMod val="60000"/>
                    <a:lumOff val="40000"/>
                  </a:schemeClr>
                </a:solidFill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dirty="0"/>
              <a:t>Name</a:t>
            </a:r>
            <a:br>
              <a:rPr lang="en-US" dirty="0"/>
            </a:br>
            <a:r>
              <a:rPr lang="en-US" dirty="0"/>
              <a:t>Title</a:t>
            </a:r>
            <a:br>
              <a:rPr lang="en-US" dirty="0"/>
            </a:br>
            <a:r>
              <a:rPr lang="en-US" dirty="0"/>
              <a:t>Contact information</a:t>
            </a:r>
          </a:p>
        </p:txBody>
      </p:sp>
    </p:spTree>
    <p:extLst>
      <p:ext uri="{BB962C8B-B14F-4D97-AF65-F5344CB8AC3E}">
        <p14:creationId xmlns:p14="http://schemas.microsoft.com/office/powerpoint/2010/main" val="392963405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2" pos="432">
          <p15:clr>
            <a:srgbClr val="FBAE40"/>
          </p15:clr>
        </p15:guide>
      </p15:sldGuideLst>
    </p:ext>
  </p:extLs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Slide 2 Ligh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Date Placeholder 19"/>
          <p:cNvSpPr>
            <a:spLocks noGrp="1"/>
          </p:cNvSpPr>
          <p:nvPr>
            <p:ph type="dt" sz="half" idx="15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21" name="Footer Placeholder 20"/>
          <p:cNvSpPr>
            <a:spLocks noGrp="1"/>
          </p:cNvSpPr>
          <p:nvPr>
            <p:ph type="ftr" sz="quarter" idx="16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22" name="Slide Number Placeholder 21"/>
          <p:cNvSpPr>
            <a:spLocks noGrp="1"/>
          </p:cNvSpPr>
          <p:nvPr>
            <p:ph type="sldNum" sz="quarter" idx="17"/>
          </p:nvPr>
        </p:nvSpPr>
        <p:spPr/>
        <p:txBody>
          <a:bodyPr/>
          <a:lstStyle/>
          <a:p>
            <a:fld id="{A2D3FCAD-823A-476E-8B64-08133BA4013A}" type="slidenum">
              <a:rPr lang="en-US" smtClean="0"/>
              <a:t>‹#›</a:t>
            </a:fld>
            <a:endParaRPr lang="en-US"/>
          </a:p>
        </p:txBody>
      </p:sp>
      <p:pic>
        <p:nvPicPr>
          <p:cNvPr id="15" name="Picture 14"/>
          <p:cNvPicPr>
            <a:picLocks noChangeAspect="1"/>
          </p:cNvPicPr>
          <p:nvPr/>
        </p:nvPicPr>
        <p:blipFill>
          <a:blip r:embed="rId2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" y="667"/>
            <a:ext cx="12189624" cy="6856664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ctrTitle" hasCustomPrompt="1"/>
          </p:nvPr>
        </p:nvSpPr>
        <p:spPr>
          <a:xfrm>
            <a:off x="685800" y="2324100"/>
            <a:ext cx="5410200" cy="1572399"/>
          </a:xfrm>
        </p:spPr>
        <p:txBody>
          <a:bodyPr anchor="b">
            <a:normAutofit/>
          </a:bodyPr>
          <a:lstStyle>
            <a:lvl1pPr algn="l">
              <a:defRPr sz="4000"/>
            </a:lvl1pPr>
          </a:lstStyle>
          <a:p>
            <a:r>
              <a:rPr lang="en-US" dirty="0"/>
              <a:t>Click to add title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 hasCustomPrompt="1"/>
          </p:nvPr>
        </p:nvSpPr>
        <p:spPr>
          <a:xfrm>
            <a:off x="685800" y="4038600"/>
            <a:ext cx="5410200" cy="838200"/>
          </a:xfrm>
        </p:spPr>
        <p:txBody>
          <a:bodyPr lIns="0" tIns="0" rIns="0" bIns="0"/>
          <a:lstStyle>
            <a:lvl1pPr marL="0" indent="0" algn="l">
              <a:buNone/>
              <a:defRPr sz="2400" b="1">
                <a:solidFill>
                  <a:schemeClr val="accent2"/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dirty="0"/>
              <a:t>Click to add subtitle</a:t>
            </a:r>
          </a:p>
        </p:txBody>
      </p:sp>
      <p:sp>
        <p:nvSpPr>
          <p:cNvPr id="11" name="Picture Placeholder 7"/>
          <p:cNvSpPr>
            <a:spLocks noGrp="1"/>
          </p:cNvSpPr>
          <p:nvPr>
            <p:ph type="pic" sz="quarter" idx="14" hasCustomPrompt="1"/>
          </p:nvPr>
        </p:nvSpPr>
        <p:spPr>
          <a:xfrm>
            <a:off x="6858001" y="570368"/>
            <a:ext cx="5334000" cy="5721790"/>
          </a:xfrm>
          <a:solidFill>
            <a:schemeClr val="bg1">
              <a:lumMod val="85000"/>
            </a:schemeClr>
          </a:solidFill>
          <a:ln>
            <a:solidFill>
              <a:schemeClr val="bg1">
                <a:lumMod val="95000"/>
              </a:schemeClr>
            </a:solidFill>
          </a:ln>
        </p:spPr>
        <p:txBody>
          <a:bodyPr anchor="ctr"/>
          <a:lstStyle>
            <a:lvl1pPr marL="0" indent="0" algn="ctr">
              <a:buNone/>
              <a:defRPr baseline="0">
                <a:solidFill>
                  <a:schemeClr val="bg1">
                    <a:lumMod val="50000"/>
                  </a:schemeClr>
                </a:solidFill>
              </a:defRPr>
            </a:lvl1pPr>
          </a:lstStyle>
          <a:p>
            <a:r>
              <a:rPr lang="en-US" dirty="0"/>
              <a:t>Click to add image</a:t>
            </a:r>
          </a:p>
        </p:txBody>
      </p:sp>
      <p:pic>
        <p:nvPicPr>
          <p:cNvPr id="16" name="Picture 15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247009" y="95382"/>
            <a:ext cx="3178301" cy="1309907"/>
          </a:xfrm>
          <a:prstGeom prst="rect">
            <a:avLst/>
          </a:prstGeom>
        </p:spPr>
      </p:pic>
      <p:sp>
        <p:nvSpPr>
          <p:cNvPr id="9" name="Text Placeholder 11"/>
          <p:cNvSpPr>
            <a:spLocks noGrp="1"/>
          </p:cNvSpPr>
          <p:nvPr>
            <p:ph type="body" sz="quarter" idx="13" hasCustomPrompt="1"/>
          </p:nvPr>
        </p:nvSpPr>
        <p:spPr>
          <a:xfrm>
            <a:off x="685800" y="4876800"/>
            <a:ext cx="5410200" cy="1333500"/>
          </a:xfrm>
        </p:spPr>
        <p:txBody>
          <a:bodyPr lIns="0" tIns="0" rIns="0" bIns="0">
            <a:norm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400">
                <a:solidFill>
                  <a:schemeClr val="accent2"/>
                </a:solidFill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dirty="0"/>
              <a:t>Name</a:t>
            </a:r>
            <a:br>
              <a:rPr lang="en-US" dirty="0"/>
            </a:br>
            <a:r>
              <a:rPr lang="en-US" dirty="0"/>
              <a:t>Title</a:t>
            </a:r>
            <a:br>
              <a:rPr lang="en-US" dirty="0"/>
            </a:br>
            <a:r>
              <a:rPr lang="en-US" dirty="0"/>
              <a:t>Contact information</a:t>
            </a:r>
          </a:p>
        </p:txBody>
      </p:sp>
    </p:spTree>
    <p:extLst>
      <p:ext uri="{BB962C8B-B14F-4D97-AF65-F5344CB8AC3E}">
        <p14:creationId xmlns:p14="http://schemas.microsoft.com/office/powerpoint/2010/main" val="1209262502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2" pos="432">
          <p15:clr>
            <a:srgbClr val="FBAE40"/>
          </p15:clr>
        </p15:guide>
      </p15:sldGuideLst>
    </p:ext>
  </p:extLs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Slide 3 Dar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Date Placeholder 18"/>
          <p:cNvSpPr>
            <a:spLocks noGrp="1"/>
          </p:cNvSpPr>
          <p:nvPr>
            <p:ph type="dt" sz="half" idx="15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20" name="Footer Placeholder 19"/>
          <p:cNvSpPr>
            <a:spLocks noGrp="1"/>
          </p:cNvSpPr>
          <p:nvPr>
            <p:ph type="ftr" sz="quarter" idx="16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21" name="Slide Number Placeholder 20"/>
          <p:cNvSpPr>
            <a:spLocks noGrp="1"/>
          </p:cNvSpPr>
          <p:nvPr>
            <p:ph type="sldNum" sz="quarter" idx="17"/>
          </p:nvPr>
        </p:nvSpPr>
        <p:spPr/>
        <p:txBody>
          <a:bodyPr/>
          <a:lstStyle/>
          <a:p>
            <a:fld id="{A2D3FCAD-823A-476E-8B64-08133BA4013A}" type="slidenum">
              <a:rPr lang="en-US" smtClean="0"/>
              <a:t>‹#›</a:t>
            </a:fld>
            <a:endParaRPr lang="en-US"/>
          </a:p>
        </p:txBody>
      </p:sp>
      <p:pic>
        <p:nvPicPr>
          <p:cNvPr id="17" name="Picture 16"/>
          <p:cNvPicPr>
            <a:picLocks noChangeAspect="1"/>
          </p:cNvPicPr>
          <p:nvPr/>
        </p:nvPicPr>
        <p:blipFill>
          <a:blip r:embed="rId2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3" y="667"/>
            <a:ext cx="12189624" cy="6856664"/>
          </a:xfrm>
          <a:prstGeom prst="rect">
            <a:avLst/>
          </a:prstGeom>
        </p:spPr>
      </p:pic>
      <p:sp>
        <p:nvSpPr>
          <p:cNvPr id="22" name="Rectangle 21"/>
          <p:cNvSpPr/>
          <p:nvPr/>
        </p:nvSpPr>
        <p:spPr>
          <a:xfrm>
            <a:off x="0" y="4358640"/>
            <a:ext cx="12192000" cy="2499360"/>
          </a:xfrm>
          <a:prstGeom prst="rect">
            <a:avLst/>
          </a:prstGeom>
          <a:gradFill>
            <a:gsLst>
              <a:gs pos="0">
                <a:schemeClr val="accent1">
                  <a:lumMod val="50000"/>
                  <a:alpha val="0"/>
                </a:schemeClr>
              </a:gs>
              <a:gs pos="100000">
                <a:schemeClr val="accent1">
                  <a:lumMod val="50000"/>
                  <a:alpha val="25000"/>
                </a:schemeClr>
              </a:gs>
            </a:gsLst>
            <a:lin ang="5400000" scaled="1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Title 1"/>
          <p:cNvSpPr>
            <a:spLocks noGrp="1"/>
          </p:cNvSpPr>
          <p:nvPr>
            <p:ph type="ctrTitle" hasCustomPrompt="1"/>
          </p:nvPr>
        </p:nvSpPr>
        <p:spPr>
          <a:xfrm>
            <a:off x="4267200" y="3886201"/>
            <a:ext cx="6972300" cy="609600"/>
          </a:xfrm>
        </p:spPr>
        <p:txBody>
          <a:bodyPr anchor="t">
            <a:normAutofit/>
          </a:bodyPr>
          <a:lstStyle>
            <a:lvl1pPr algn="l">
              <a:defRPr sz="4000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Click to add title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 hasCustomPrompt="1"/>
          </p:nvPr>
        </p:nvSpPr>
        <p:spPr>
          <a:xfrm>
            <a:off x="4267200" y="4495800"/>
            <a:ext cx="6972300" cy="571499"/>
          </a:xfrm>
        </p:spPr>
        <p:txBody>
          <a:bodyPr lIns="0" tIns="0" rIns="0" bIns="0"/>
          <a:lstStyle>
            <a:lvl1pPr marL="0" indent="0" algn="l">
              <a:buNone/>
              <a:defRPr sz="2400" b="1">
                <a:solidFill>
                  <a:schemeClr val="accent2">
                    <a:lumMod val="60000"/>
                    <a:lumOff val="40000"/>
                  </a:schemeClr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dirty="0"/>
              <a:t>Click to add subtitle</a:t>
            </a:r>
          </a:p>
        </p:txBody>
      </p:sp>
      <p:sp>
        <p:nvSpPr>
          <p:cNvPr id="12" name="Text Placeholder 11"/>
          <p:cNvSpPr>
            <a:spLocks noGrp="1"/>
          </p:cNvSpPr>
          <p:nvPr>
            <p:ph type="body" sz="quarter" idx="13" hasCustomPrompt="1"/>
          </p:nvPr>
        </p:nvSpPr>
        <p:spPr>
          <a:xfrm>
            <a:off x="4267200" y="5067300"/>
            <a:ext cx="4010128" cy="1143000"/>
          </a:xfrm>
        </p:spPr>
        <p:txBody>
          <a:bodyPr lIns="0" tIns="0" rIns="0" bIns="0">
            <a:normAutofit/>
          </a:bodyPr>
          <a:lstStyle>
            <a:lvl1pPr marL="0" indent="0">
              <a:spcBef>
                <a:spcPts val="0"/>
              </a:spcBef>
              <a:buNone/>
              <a:defRPr sz="1400">
                <a:solidFill>
                  <a:schemeClr val="accent2">
                    <a:lumMod val="60000"/>
                    <a:lumOff val="40000"/>
                  </a:schemeClr>
                </a:solidFill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dirty="0"/>
              <a:t>Name</a:t>
            </a:r>
            <a:br>
              <a:rPr lang="en-US" dirty="0"/>
            </a:br>
            <a:r>
              <a:rPr lang="en-US" dirty="0"/>
              <a:t>Title</a:t>
            </a:r>
            <a:br>
              <a:rPr lang="en-US" dirty="0"/>
            </a:br>
            <a:r>
              <a:rPr lang="en-US" dirty="0"/>
              <a:t>Contact information</a:t>
            </a:r>
          </a:p>
        </p:txBody>
      </p:sp>
      <p:sp>
        <p:nvSpPr>
          <p:cNvPr id="8" name="Picture Placeholder 7"/>
          <p:cNvSpPr>
            <a:spLocks noGrp="1"/>
          </p:cNvSpPr>
          <p:nvPr>
            <p:ph type="pic" sz="quarter" idx="14" hasCustomPrompt="1"/>
          </p:nvPr>
        </p:nvSpPr>
        <p:spPr>
          <a:xfrm>
            <a:off x="0" y="0"/>
            <a:ext cx="12192000" cy="3440288"/>
          </a:xfrm>
          <a:solidFill>
            <a:schemeClr val="tx2"/>
          </a:solidFill>
          <a:ln>
            <a:noFill/>
          </a:ln>
        </p:spPr>
        <p:txBody>
          <a:bodyPr anchor="ctr"/>
          <a:lstStyle>
            <a:lvl1pPr marL="0" indent="0" algn="ctr">
              <a:buNone/>
              <a:defRPr baseline="0">
                <a:solidFill>
                  <a:schemeClr val="tx2">
                    <a:lumMod val="60000"/>
                    <a:lumOff val="40000"/>
                  </a:schemeClr>
                </a:solidFill>
              </a:defRPr>
            </a:lvl1pPr>
          </a:lstStyle>
          <a:p>
            <a:r>
              <a:rPr lang="en-US" dirty="0"/>
              <a:t>Click to add image</a:t>
            </a:r>
          </a:p>
        </p:txBody>
      </p:sp>
      <p:cxnSp>
        <p:nvCxnSpPr>
          <p:cNvPr id="16" name="Straight Connector 15"/>
          <p:cNvCxnSpPr/>
          <p:nvPr/>
        </p:nvCxnSpPr>
        <p:spPr>
          <a:xfrm>
            <a:off x="3778686" y="3886200"/>
            <a:ext cx="0" cy="2324100"/>
          </a:xfrm>
          <a:prstGeom prst="line">
            <a:avLst/>
          </a:prstGeom>
          <a:ln w="6350">
            <a:solidFill>
              <a:schemeClr val="accent2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3" name="Picture 12"/>
          <p:cNvPicPr>
            <a:picLocks noChangeAspect="1"/>
          </p:cNvPicPr>
          <p:nvPr/>
        </p:nvPicPr>
        <p:blipFill>
          <a:blip r:embed="rId3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375475" y="3411128"/>
            <a:ext cx="3030109" cy="198210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12294548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Slide 3 Ligh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Date Placeholder 17"/>
          <p:cNvSpPr>
            <a:spLocks noGrp="1"/>
          </p:cNvSpPr>
          <p:nvPr>
            <p:ph type="dt" sz="half" idx="15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19" name="Footer Placeholder 18"/>
          <p:cNvSpPr>
            <a:spLocks noGrp="1"/>
          </p:cNvSpPr>
          <p:nvPr>
            <p:ph type="ftr" sz="quarter" idx="16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20" name="Slide Number Placeholder 19"/>
          <p:cNvSpPr>
            <a:spLocks noGrp="1"/>
          </p:cNvSpPr>
          <p:nvPr>
            <p:ph type="sldNum" sz="quarter" idx="17"/>
          </p:nvPr>
        </p:nvSpPr>
        <p:spPr/>
        <p:txBody>
          <a:bodyPr/>
          <a:lstStyle/>
          <a:p>
            <a:fld id="{A2D3FCAD-823A-476E-8B64-08133BA4013A}" type="slidenum">
              <a:rPr lang="en-US" smtClean="0"/>
              <a:t>‹#›</a:t>
            </a:fld>
            <a:endParaRPr lang="en-US"/>
          </a:p>
        </p:txBody>
      </p:sp>
      <p:pic>
        <p:nvPicPr>
          <p:cNvPr id="7" name="Picture 6"/>
          <p:cNvPicPr>
            <a:picLocks noChangeAspect="1"/>
          </p:cNvPicPr>
          <p:nvPr/>
        </p:nvPicPr>
        <p:blipFill>
          <a:blip r:embed="rId2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" y="667"/>
            <a:ext cx="12189624" cy="6856664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ctrTitle" hasCustomPrompt="1"/>
          </p:nvPr>
        </p:nvSpPr>
        <p:spPr>
          <a:xfrm>
            <a:off x="4267200" y="3886201"/>
            <a:ext cx="6972300" cy="609600"/>
          </a:xfrm>
        </p:spPr>
        <p:txBody>
          <a:bodyPr anchor="t">
            <a:normAutofit/>
          </a:bodyPr>
          <a:lstStyle>
            <a:lvl1pPr algn="l">
              <a:defRPr sz="4000"/>
            </a:lvl1pPr>
          </a:lstStyle>
          <a:p>
            <a:r>
              <a:rPr lang="en-US" dirty="0"/>
              <a:t>Click to add title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 hasCustomPrompt="1"/>
          </p:nvPr>
        </p:nvSpPr>
        <p:spPr>
          <a:xfrm>
            <a:off x="4267200" y="4495800"/>
            <a:ext cx="6972300" cy="571499"/>
          </a:xfrm>
        </p:spPr>
        <p:txBody>
          <a:bodyPr lIns="0" tIns="0" rIns="0" bIns="0"/>
          <a:lstStyle>
            <a:lvl1pPr marL="0" indent="0" algn="l">
              <a:buNone/>
              <a:defRPr sz="2400" b="1" baseline="0">
                <a:solidFill>
                  <a:schemeClr val="accent2"/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dirty="0"/>
              <a:t>Click to add subtitle</a:t>
            </a:r>
          </a:p>
        </p:txBody>
      </p:sp>
      <p:sp>
        <p:nvSpPr>
          <p:cNvPr id="12" name="Text Placeholder 11"/>
          <p:cNvSpPr>
            <a:spLocks noGrp="1"/>
          </p:cNvSpPr>
          <p:nvPr>
            <p:ph type="body" sz="quarter" idx="13" hasCustomPrompt="1"/>
          </p:nvPr>
        </p:nvSpPr>
        <p:spPr>
          <a:xfrm>
            <a:off x="4267200" y="5067300"/>
            <a:ext cx="4010128" cy="1143000"/>
          </a:xfrm>
        </p:spPr>
        <p:txBody>
          <a:bodyPr lIns="0" tIns="0" rIns="0" bIns="0">
            <a:normAutofit/>
          </a:bodyPr>
          <a:lstStyle>
            <a:lvl1pPr marL="0" indent="0">
              <a:spcBef>
                <a:spcPts val="0"/>
              </a:spcBef>
              <a:buNone/>
              <a:defRPr sz="1400">
                <a:solidFill>
                  <a:schemeClr val="accent2"/>
                </a:solidFill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dirty="0"/>
              <a:t>Name</a:t>
            </a:r>
            <a:br>
              <a:rPr lang="en-US" dirty="0"/>
            </a:br>
            <a:r>
              <a:rPr lang="en-US" dirty="0"/>
              <a:t>Title</a:t>
            </a:r>
            <a:br>
              <a:rPr lang="en-US" dirty="0"/>
            </a:br>
            <a:r>
              <a:rPr lang="en-US" dirty="0"/>
              <a:t>Contact information</a:t>
            </a:r>
          </a:p>
        </p:txBody>
      </p:sp>
      <p:sp>
        <p:nvSpPr>
          <p:cNvPr id="8" name="Picture Placeholder 7"/>
          <p:cNvSpPr>
            <a:spLocks noGrp="1"/>
          </p:cNvSpPr>
          <p:nvPr>
            <p:ph type="pic" sz="quarter" idx="14" hasCustomPrompt="1"/>
          </p:nvPr>
        </p:nvSpPr>
        <p:spPr>
          <a:xfrm>
            <a:off x="0" y="0"/>
            <a:ext cx="12192000" cy="3440288"/>
          </a:xfrm>
          <a:solidFill>
            <a:schemeClr val="bg1">
              <a:lumMod val="85000"/>
            </a:schemeClr>
          </a:solidFill>
          <a:ln>
            <a:noFill/>
          </a:ln>
        </p:spPr>
        <p:txBody>
          <a:bodyPr anchor="ctr"/>
          <a:lstStyle>
            <a:lvl1pPr marL="0" indent="0" algn="ctr">
              <a:buNone/>
              <a:defRPr baseline="0">
                <a:solidFill>
                  <a:schemeClr val="bg1">
                    <a:lumMod val="50000"/>
                  </a:schemeClr>
                </a:solidFill>
              </a:defRPr>
            </a:lvl1pPr>
          </a:lstStyle>
          <a:p>
            <a:r>
              <a:rPr lang="en-US" dirty="0"/>
              <a:t>Click to add image</a:t>
            </a:r>
          </a:p>
        </p:txBody>
      </p:sp>
      <p:cxnSp>
        <p:nvCxnSpPr>
          <p:cNvPr id="16" name="Straight Connector 15"/>
          <p:cNvCxnSpPr/>
          <p:nvPr/>
        </p:nvCxnSpPr>
        <p:spPr>
          <a:xfrm>
            <a:off x="3778686" y="3886200"/>
            <a:ext cx="0" cy="2324100"/>
          </a:xfrm>
          <a:prstGeom prst="line">
            <a:avLst/>
          </a:prstGeom>
          <a:ln w="6350">
            <a:solidFill>
              <a:schemeClr val="bg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0" name="Picture 9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375475" y="3411128"/>
            <a:ext cx="3030108" cy="198210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77899738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Slide 4 Dark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Date Placeholder 19"/>
          <p:cNvSpPr>
            <a:spLocks noGrp="1"/>
          </p:cNvSpPr>
          <p:nvPr>
            <p:ph type="dt" sz="half" idx="18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24" name="Footer Placeholder 23"/>
          <p:cNvSpPr>
            <a:spLocks noGrp="1"/>
          </p:cNvSpPr>
          <p:nvPr>
            <p:ph type="ftr" sz="quarter" idx="19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25" name="Slide Number Placeholder 24"/>
          <p:cNvSpPr>
            <a:spLocks noGrp="1"/>
          </p:cNvSpPr>
          <p:nvPr>
            <p:ph type="sldNum" sz="quarter" idx="20"/>
          </p:nvPr>
        </p:nvSpPr>
        <p:spPr/>
        <p:txBody>
          <a:bodyPr/>
          <a:lstStyle/>
          <a:p>
            <a:fld id="{A2D3FCAD-823A-476E-8B64-08133BA4013A}" type="slidenum">
              <a:rPr lang="en-US" smtClean="0"/>
              <a:t>‹#›</a:t>
            </a:fld>
            <a:endParaRPr lang="en-US"/>
          </a:p>
        </p:txBody>
      </p:sp>
      <p:sp>
        <p:nvSpPr>
          <p:cNvPr id="13" name="Rectangle 12"/>
          <p:cNvSpPr/>
          <p:nvPr/>
        </p:nvSpPr>
        <p:spPr>
          <a:xfrm>
            <a:off x="0" y="6291470"/>
            <a:ext cx="12192000" cy="56653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pic>
        <p:nvPicPr>
          <p:cNvPr id="17" name="Picture 16"/>
          <p:cNvPicPr>
            <a:picLocks noChangeAspect="1"/>
          </p:cNvPicPr>
          <p:nvPr/>
        </p:nvPicPr>
        <p:blipFill>
          <a:blip r:embed="rId2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3" y="667"/>
            <a:ext cx="12189624" cy="6856664"/>
          </a:xfrm>
          <a:prstGeom prst="rect">
            <a:avLst/>
          </a:prstGeom>
        </p:spPr>
      </p:pic>
      <p:sp>
        <p:nvSpPr>
          <p:cNvPr id="14" name="Rectangle 13"/>
          <p:cNvSpPr/>
          <p:nvPr/>
        </p:nvSpPr>
        <p:spPr>
          <a:xfrm>
            <a:off x="0" y="4358640"/>
            <a:ext cx="12192000" cy="2499360"/>
          </a:xfrm>
          <a:prstGeom prst="rect">
            <a:avLst/>
          </a:prstGeom>
          <a:gradFill>
            <a:gsLst>
              <a:gs pos="0">
                <a:schemeClr val="accent1">
                  <a:lumMod val="50000"/>
                  <a:alpha val="0"/>
                </a:schemeClr>
              </a:gs>
              <a:gs pos="100000">
                <a:schemeClr val="accent1">
                  <a:lumMod val="50000"/>
                  <a:alpha val="25000"/>
                </a:schemeClr>
              </a:gs>
            </a:gsLst>
            <a:lin ang="5400000" scaled="1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Title 1"/>
          <p:cNvSpPr>
            <a:spLocks noGrp="1"/>
          </p:cNvSpPr>
          <p:nvPr>
            <p:ph type="ctrTitle" hasCustomPrompt="1"/>
          </p:nvPr>
        </p:nvSpPr>
        <p:spPr>
          <a:xfrm>
            <a:off x="4267200" y="3886201"/>
            <a:ext cx="6972300" cy="609600"/>
          </a:xfrm>
        </p:spPr>
        <p:txBody>
          <a:bodyPr anchor="t">
            <a:normAutofit/>
          </a:bodyPr>
          <a:lstStyle>
            <a:lvl1pPr algn="l">
              <a:defRPr sz="4000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Click to add title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 hasCustomPrompt="1"/>
          </p:nvPr>
        </p:nvSpPr>
        <p:spPr>
          <a:xfrm>
            <a:off x="4267200" y="4495800"/>
            <a:ext cx="6972300" cy="571499"/>
          </a:xfrm>
        </p:spPr>
        <p:txBody>
          <a:bodyPr lIns="0" tIns="0" rIns="0" bIns="0"/>
          <a:lstStyle>
            <a:lvl1pPr marL="0" indent="0" algn="l">
              <a:buNone/>
              <a:defRPr sz="2400" b="1">
                <a:solidFill>
                  <a:schemeClr val="accent2">
                    <a:lumMod val="60000"/>
                    <a:lumOff val="40000"/>
                  </a:schemeClr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dirty="0"/>
              <a:t>Click to add subtitle</a:t>
            </a:r>
          </a:p>
        </p:txBody>
      </p:sp>
      <p:sp>
        <p:nvSpPr>
          <p:cNvPr id="12" name="Text Placeholder 11"/>
          <p:cNvSpPr>
            <a:spLocks noGrp="1"/>
          </p:cNvSpPr>
          <p:nvPr>
            <p:ph type="body" sz="quarter" idx="13" hasCustomPrompt="1"/>
          </p:nvPr>
        </p:nvSpPr>
        <p:spPr>
          <a:xfrm>
            <a:off x="4267200" y="5067300"/>
            <a:ext cx="4010128" cy="1143000"/>
          </a:xfrm>
        </p:spPr>
        <p:txBody>
          <a:bodyPr lIns="0" tIns="0" rIns="0" bIns="0">
            <a:normAutofit/>
          </a:bodyPr>
          <a:lstStyle>
            <a:lvl1pPr marL="0" indent="0">
              <a:spcBef>
                <a:spcPts val="0"/>
              </a:spcBef>
              <a:buNone/>
              <a:defRPr sz="1400">
                <a:solidFill>
                  <a:schemeClr val="accent2">
                    <a:lumMod val="60000"/>
                    <a:lumOff val="40000"/>
                  </a:schemeClr>
                </a:solidFill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dirty="0"/>
              <a:t>Name</a:t>
            </a:r>
            <a:br>
              <a:rPr lang="en-US" dirty="0"/>
            </a:br>
            <a:r>
              <a:rPr lang="en-US" dirty="0"/>
              <a:t>Title</a:t>
            </a:r>
            <a:br>
              <a:rPr lang="en-US" dirty="0"/>
            </a:br>
            <a:r>
              <a:rPr lang="en-US" dirty="0"/>
              <a:t>Contact information</a:t>
            </a:r>
          </a:p>
        </p:txBody>
      </p:sp>
      <p:sp>
        <p:nvSpPr>
          <p:cNvPr id="21" name="Picture Placeholder 7"/>
          <p:cNvSpPr>
            <a:spLocks noGrp="1"/>
          </p:cNvSpPr>
          <p:nvPr>
            <p:ph type="pic" sz="quarter" idx="15" hasCustomPrompt="1"/>
          </p:nvPr>
        </p:nvSpPr>
        <p:spPr>
          <a:xfrm>
            <a:off x="-2370" y="0"/>
            <a:ext cx="4063997" cy="3440287"/>
          </a:xfrm>
          <a:solidFill>
            <a:schemeClr val="tx2"/>
          </a:solidFill>
          <a:ln>
            <a:noFill/>
          </a:ln>
        </p:spPr>
        <p:txBody>
          <a:bodyPr anchor="ctr"/>
          <a:lstStyle>
            <a:lvl1pPr marL="0" indent="0" algn="ctr">
              <a:buNone/>
              <a:defRPr baseline="0">
                <a:solidFill>
                  <a:schemeClr val="tx2">
                    <a:lumMod val="60000"/>
                    <a:lumOff val="40000"/>
                  </a:schemeClr>
                </a:solidFill>
              </a:defRPr>
            </a:lvl1pPr>
          </a:lstStyle>
          <a:p>
            <a:r>
              <a:rPr lang="en-US" dirty="0"/>
              <a:t>Click to add image</a:t>
            </a:r>
          </a:p>
        </p:txBody>
      </p:sp>
      <p:sp>
        <p:nvSpPr>
          <p:cNvPr id="22" name="Picture Placeholder 7"/>
          <p:cNvSpPr>
            <a:spLocks noGrp="1"/>
          </p:cNvSpPr>
          <p:nvPr>
            <p:ph type="pic" sz="quarter" idx="16" hasCustomPrompt="1"/>
          </p:nvPr>
        </p:nvSpPr>
        <p:spPr>
          <a:xfrm>
            <a:off x="4061628" y="0"/>
            <a:ext cx="4063996" cy="3440287"/>
          </a:xfrm>
          <a:solidFill>
            <a:schemeClr val="tx2"/>
          </a:solidFill>
          <a:ln>
            <a:noFill/>
          </a:ln>
        </p:spPr>
        <p:txBody>
          <a:bodyPr anchor="ctr"/>
          <a:lstStyle>
            <a:lvl1pPr marL="0" indent="0" algn="ctr">
              <a:buNone/>
              <a:defRPr baseline="0">
                <a:solidFill>
                  <a:schemeClr val="tx2">
                    <a:lumMod val="60000"/>
                    <a:lumOff val="40000"/>
                  </a:schemeClr>
                </a:solidFill>
              </a:defRPr>
            </a:lvl1pPr>
          </a:lstStyle>
          <a:p>
            <a:r>
              <a:rPr lang="en-US" dirty="0"/>
              <a:t>Click to add image</a:t>
            </a:r>
          </a:p>
        </p:txBody>
      </p:sp>
      <p:sp>
        <p:nvSpPr>
          <p:cNvPr id="23" name="Picture Placeholder 7"/>
          <p:cNvSpPr>
            <a:spLocks noGrp="1"/>
          </p:cNvSpPr>
          <p:nvPr>
            <p:ph type="pic" sz="quarter" idx="17" hasCustomPrompt="1"/>
          </p:nvPr>
        </p:nvSpPr>
        <p:spPr>
          <a:xfrm>
            <a:off x="8125625" y="0"/>
            <a:ext cx="4066376" cy="3440287"/>
          </a:xfrm>
          <a:solidFill>
            <a:schemeClr val="tx2"/>
          </a:solidFill>
          <a:ln>
            <a:noFill/>
          </a:ln>
        </p:spPr>
        <p:txBody>
          <a:bodyPr anchor="ctr"/>
          <a:lstStyle>
            <a:lvl1pPr marL="0" indent="0" algn="ctr">
              <a:buNone/>
              <a:defRPr baseline="0">
                <a:solidFill>
                  <a:schemeClr val="tx2">
                    <a:lumMod val="60000"/>
                    <a:lumOff val="40000"/>
                  </a:schemeClr>
                </a:solidFill>
              </a:defRPr>
            </a:lvl1pPr>
          </a:lstStyle>
          <a:p>
            <a:r>
              <a:rPr lang="en-US" dirty="0"/>
              <a:t>Click to add image</a:t>
            </a:r>
          </a:p>
        </p:txBody>
      </p:sp>
      <p:cxnSp>
        <p:nvCxnSpPr>
          <p:cNvPr id="15" name="Straight Connector 14"/>
          <p:cNvCxnSpPr/>
          <p:nvPr/>
        </p:nvCxnSpPr>
        <p:spPr>
          <a:xfrm>
            <a:off x="3778686" y="3886200"/>
            <a:ext cx="0" cy="2324100"/>
          </a:xfrm>
          <a:prstGeom prst="line">
            <a:avLst/>
          </a:prstGeom>
          <a:ln w="6350">
            <a:solidFill>
              <a:schemeClr val="accent2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6" name="Picture 15"/>
          <p:cNvPicPr>
            <a:picLocks noChangeAspect="1"/>
          </p:cNvPicPr>
          <p:nvPr/>
        </p:nvPicPr>
        <p:blipFill>
          <a:blip r:embed="rId3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375475" y="3411128"/>
            <a:ext cx="3030109" cy="198210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71358256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Slide 4 Ligh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Date Placeholder 15"/>
          <p:cNvSpPr>
            <a:spLocks noGrp="1"/>
          </p:cNvSpPr>
          <p:nvPr>
            <p:ph type="dt" sz="half" idx="18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17" name="Footer Placeholder 16"/>
          <p:cNvSpPr>
            <a:spLocks noGrp="1"/>
          </p:cNvSpPr>
          <p:nvPr>
            <p:ph type="ftr" sz="quarter" idx="19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19" name="Slide Number Placeholder 18"/>
          <p:cNvSpPr>
            <a:spLocks noGrp="1"/>
          </p:cNvSpPr>
          <p:nvPr>
            <p:ph type="sldNum" sz="quarter" idx="20"/>
          </p:nvPr>
        </p:nvSpPr>
        <p:spPr/>
        <p:txBody>
          <a:bodyPr/>
          <a:lstStyle/>
          <a:p>
            <a:fld id="{A2D3FCAD-823A-476E-8B64-08133BA4013A}" type="slidenum">
              <a:rPr lang="en-US" smtClean="0"/>
              <a:t>‹#›</a:t>
            </a:fld>
            <a:endParaRPr lang="en-US"/>
          </a:p>
        </p:txBody>
      </p:sp>
      <p:pic>
        <p:nvPicPr>
          <p:cNvPr id="7" name="Picture 6"/>
          <p:cNvPicPr>
            <a:picLocks noChangeAspect="1"/>
          </p:cNvPicPr>
          <p:nvPr/>
        </p:nvPicPr>
        <p:blipFill>
          <a:blip r:embed="rId2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2375" y="667"/>
            <a:ext cx="12189624" cy="6856664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ctrTitle" hasCustomPrompt="1"/>
          </p:nvPr>
        </p:nvSpPr>
        <p:spPr>
          <a:xfrm>
            <a:off x="4267200" y="3886201"/>
            <a:ext cx="6972300" cy="609600"/>
          </a:xfrm>
        </p:spPr>
        <p:txBody>
          <a:bodyPr anchor="t">
            <a:normAutofit/>
          </a:bodyPr>
          <a:lstStyle>
            <a:lvl1pPr algn="l">
              <a:defRPr sz="4000"/>
            </a:lvl1pPr>
          </a:lstStyle>
          <a:p>
            <a:r>
              <a:rPr lang="en-US" dirty="0"/>
              <a:t>Click to add title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 hasCustomPrompt="1"/>
          </p:nvPr>
        </p:nvSpPr>
        <p:spPr>
          <a:xfrm>
            <a:off x="4267200" y="4495800"/>
            <a:ext cx="6972300" cy="571499"/>
          </a:xfrm>
        </p:spPr>
        <p:txBody>
          <a:bodyPr lIns="0" tIns="0" rIns="0" bIns="0"/>
          <a:lstStyle>
            <a:lvl1pPr marL="0" indent="0" algn="l">
              <a:buNone/>
              <a:defRPr sz="2400" b="1">
                <a:solidFill>
                  <a:schemeClr val="accent2"/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dirty="0"/>
              <a:t>Click to add subtitle</a:t>
            </a:r>
          </a:p>
        </p:txBody>
      </p:sp>
      <p:sp>
        <p:nvSpPr>
          <p:cNvPr id="12" name="Text Placeholder 11"/>
          <p:cNvSpPr>
            <a:spLocks noGrp="1"/>
          </p:cNvSpPr>
          <p:nvPr>
            <p:ph type="body" sz="quarter" idx="13" hasCustomPrompt="1"/>
          </p:nvPr>
        </p:nvSpPr>
        <p:spPr>
          <a:xfrm>
            <a:off x="4267200" y="5067300"/>
            <a:ext cx="4010128" cy="1143000"/>
          </a:xfrm>
        </p:spPr>
        <p:txBody>
          <a:bodyPr lIns="0" tIns="0" rIns="0" bIns="0">
            <a:normAutofit/>
          </a:bodyPr>
          <a:lstStyle>
            <a:lvl1pPr marL="0" indent="0">
              <a:spcBef>
                <a:spcPts val="0"/>
              </a:spcBef>
              <a:buNone/>
              <a:defRPr sz="1400">
                <a:solidFill>
                  <a:schemeClr val="accent2"/>
                </a:solidFill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dirty="0"/>
              <a:t>Name</a:t>
            </a:r>
            <a:br>
              <a:rPr lang="en-US" dirty="0"/>
            </a:br>
            <a:r>
              <a:rPr lang="en-US" dirty="0"/>
              <a:t>Title</a:t>
            </a:r>
            <a:br>
              <a:rPr lang="en-US" dirty="0"/>
            </a:br>
            <a:r>
              <a:rPr lang="en-US" dirty="0"/>
              <a:t>Contact information</a:t>
            </a:r>
          </a:p>
        </p:txBody>
      </p:sp>
      <p:sp>
        <p:nvSpPr>
          <p:cNvPr id="21" name="Picture Placeholder 7"/>
          <p:cNvSpPr>
            <a:spLocks noGrp="1"/>
          </p:cNvSpPr>
          <p:nvPr>
            <p:ph type="pic" sz="quarter" idx="15" hasCustomPrompt="1"/>
          </p:nvPr>
        </p:nvSpPr>
        <p:spPr>
          <a:xfrm>
            <a:off x="1" y="0"/>
            <a:ext cx="4063999" cy="3440287"/>
          </a:xfrm>
          <a:solidFill>
            <a:schemeClr val="bg1">
              <a:lumMod val="85000"/>
            </a:schemeClr>
          </a:solidFill>
          <a:ln>
            <a:noFill/>
          </a:ln>
        </p:spPr>
        <p:txBody>
          <a:bodyPr anchor="ctr"/>
          <a:lstStyle>
            <a:lvl1pPr marL="0" indent="0" algn="ctr">
              <a:buNone/>
              <a:defRPr baseline="0">
                <a:solidFill>
                  <a:schemeClr val="bg1">
                    <a:lumMod val="50000"/>
                  </a:schemeClr>
                </a:solidFill>
              </a:defRPr>
            </a:lvl1pPr>
          </a:lstStyle>
          <a:p>
            <a:r>
              <a:rPr lang="en-US" dirty="0"/>
              <a:t>Click to add image</a:t>
            </a:r>
          </a:p>
        </p:txBody>
      </p:sp>
      <p:sp>
        <p:nvSpPr>
          <p:cNvPr id="22" name="Picture Placeholder 7"/>
          <p:cNvSpPr>
            <a:spLocks noGrp="1"/>
          </p:cNvSpPr>
          <p:nvPr>
            <p:ph type="pic" sz="quarter" idx="16" hasCustomPrompt="1"/>
          </p:nvPr>
        </p:nvSpPr>
        <p:spPr>
          <a:xfrm>
            <a:off x="4064000" y="0"/>
            <a:ext cx="4061625" cy="3440287"/>
          </a:xfrm>
          <a:solidFill>
            <a:schemeClr val="bg1">
              <a:lumMod val="85000"/>
            </a:schemeClr>
          </a:solidFill>
          <a:ln>
            <a:noFill/>
          </a:ln>
        </p:spPr>
        <p:txBody>
          <a:bodyPr anchor="ctr"/>
          <a:lstStyle>
            <a:lvl1pPr marL="0" indent="0" algn="ctr">
              <a:buNone/>
              <a:defRPr baseline="0">
                <a:solidFill>
                  <a:schemeClr val="bg1">
                    <a:lumMod val="50000"/>
                  </a:schemeClr>
                </a:solidFill>
              </a:defRPr>
            </a:lvl1pPr>
          </a:lstStyle>
          <a:p>
            <a:r>
              <a:rPr lang="en-US" dirty="0"/>
              <a:t>Click to add image</a:t>
            </a:r>
          </a:p>
        </p:txBody>
      </p:sp>
      <p:sp>
        <p:nvSpPr>
          <p:cNvPr id="23" name="Picture Placeholder 7"/>
          <p:cNvSpPr>
            <a:spLocks noGrp="1"/>
          </p:cNvSpPr>
          <p:nvPr>
            <p:ph type="pic" sz="quarter" idx="17" hasCustomPrompt="1"/>
          </p:nvPr>
        </p:nvSpPr>
        <p:spPr>
          <a:xfrm>
            <a:off x="8125625" y="0"/>
            <a:ext cx="4066375" cy="3440287"/>
          </a:xfrm>
          <a:solidFill>
            <a:schemeClr val="bg1">
              <a:lumMod val="85000"/>
            </a:schemeClr>
          </a:solidFill>
          <a:ln>
            <a:noFill/>
          </a:ln>
        </p:spPr>
        <p:txBody>
          <a:bodyPr anchor="ctr"/>
          <a:lstStyle>
            <a:lvl1pPr marL="0" indent="0" algn="ctr">
              <a:buNone/>
              <a:defRPr baseline="0">
                <a:solidFill>
                  <a:schemeClr val="bg1">
                    <a:lumMod val="50000"/>
                  </a:schemeClr>
                </a:solidFill>
              </a:defRPr>
            </a:lvl1pPr>
          </a:lstStyle>
          <a:p>
            <a:r>
              <a:rPr lang="en-US" dirty="0"/>
              <a:t>Click to add image</a:t>
            </a:r>
          </a:p>
        </p:txBody>
      </p:sp>
      <p:cxnSp>
        <p:nvCxnSpPr>
          <p:cNvPr id="18" name="Straight Connector 17"/>
          <p:cNvCxnSpPr/>
          <p:nvPr/>
        </p:nvCxnSpPr>
        <p:spPr>
          <a:xfrm>
            <a:off x="3778686" y="3886200"/>
            <a:ext cx="0" cy="2324100"/>
          </a:xfrm>
          <a:prstGeom prst="line">
            <a:avLst/>
          </a:prstGeom>
          <a:ln w="6350"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24" name="Picture 23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375475" y="3411128"/>
            <a:ext cx="3030108" cy="198210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16684352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Slide 5 Dark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Date Placeholder 18"/>
          <p:cNvSpPr>
            <a:spLocks noGrp="1"/>
          </p:cNvSpPr>
          <p:nvPr>
            <p:ph type="dt" sz="half" idx="15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22" name="Footer Placeholder 21"/>
          <p:cNvSpPr>
            <a:spLocks noGrp="1"/>
          </p:cNvSpPr>
          <p:nvPr>
            <p:ph type="ftr" sz="quarter" idx="16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23" name="Slide Number Placeholder 22"/>
          <p:cNvSpPr>
            <a:spLocks noGrp="1"/>
          </p:cNvSpPr>
          <p:nvPr>
            <p:ph type="sldNum" sz="quarter" idx="17"/>
          </p:nvPr>
        </p:nvSpPr>
        <p:spPr/>
        <p:txBody>
          <a:bodyPr/>
          <a:lstStyle/>
          <a:p>
            <a:fld id="{A2D3FCAD-823A-476E-8B64-08133BA4013A}" type="slidenum">
              <a:rPr lang="en-US" smtClean="0"/>
              <a:t>‹#›</a:t>
            </a:fld>
            <a:endParaRPr lang="en-US"/>
          </a:p>
        </p:txBody>
      </p:sp>
      <p:pic>
        <p:nvPicPr>
          <p:cNvPr id="21" name="Picture 20"/>
          <p:cNvPicPr>
            <a:picLocks noChangeAspect="1"/>
          </p:cNvPicPr>
          <p:nvPr/>
        </p:nvPicPr>
        <p:blipFill>
          <a:blip r:embed="rId2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3" y="667"/>
            <a:ext cx="12189624" cy="6856664"/>
          </a:xfrm>
          <a:prstGeom prst="rect">
            <a:avLst/>
          </a:prstGeom>
        </p:spPr>
      </p:pic>
      <p:sp>
        <p:nvSpPr>
          <p:cNvPr id="13" name="Rectangle 12"/>
          <p:cNvSpPr/>
          <p:nvPr/>
        </p:nvSpPr>
        <p:spPr>
          <a:xfrm>
            <a:off x="0" y="4361627"/>
            <a:ext cx="12192000" cy="2499360"/>
          </a:xfrm>
          <a:prstGeom prst="rect">
            <a:avLst/>
          </a:prstGeom>
          <a:gradFill>
            <a:gsLst>
              <a:gs pos="0">
                <a:schemeClr val="accent1">
                  <a:lumMod val="50000"/>
                  <a:alpha val="0"/>
                </a:schemeClr>
              </a:gs>
              <a:gs pos="100000">
                <a:schemeClr val="accent1">
                  <a:lumMod val="50000"/>
                  <a:alpha val="25000"/>
                </a:schemeClr>
              </a:gs>
            </a:gsLst>
            <a:lin ang="5400000" scaled="1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Title 1"/>
          <p:cNvSpPr>
            <a:spLocks noGrp="1"/>
          </p:cNvSpPr>
          <p:nvPr>
            <p:ph type="ctrTitle" hasCustomPrompt="1"/>
          </p:nvPr>
        </p:nvSpPr>
        <p:spPr>
          <a:xfrm>
            <a:off x="4191000" y="1028700"/>
            <a:ext cx="6819900" cy="1482245"/>
          </a:xfrm>
        </p:spPr>
        <p:txBody>
          <a:bodyPr anchor="t">
            <a:normAutofit/>
          </a:bodyPr>
          <a:lstStyle>
            <a:lvl1pPr algn="l">
              <a:defRPr sz="3200" baseline="0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Click to add title </a:t>
            </a:r>
            <a:br>
              <a:rPr lang="en-US" dirty="0"/>
            </a:br>
            <a:r>
              <a:rPr lang="en-US" dirty="0"/>
              <a:t>(recommended for titles that </a:t>
            </a:r>
            <a:br>
              <a:rPr lang="en-US" dirty="0"/>
            </a:br>
            <a:r>
              <a:rPr lang="en-US" dirty="0"/>
              <a:t>are 2-3 lines long)</a:t>
            </a:r>
          </a:p>
        </p:txBody>
      </p:sp>
      <p:pic>
        <p:nvPicPr>
          <p:cNvPr id="11" name="Picture 10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554338" y="532082"/>
            <a:ext cx="3271029" cy="2139696"/>
          </a:xfrm>
          <a:prstGeom prst="rect">
            <a:avLst/>
          </a:prstGeom>
        </p:spPr>
      </p:pic>
      <p:cxnSp>
        <p:nvCxnSpPr>
          <p:cNvPr id="8" name="Straight Connector 7"/>
          <p:cNvCxnSpPr/>
          <p:nvPr/>
        </p:nvCxnSpPr>
        <p:spPr>
          <a:xfrm>
            <a:off x="4191000" y="3855309"/>
            <a:ext cx="6819900" cy="0"/>
          </a:xfrm>
          <a:prstGeom prst="line">
            <a:avLst/>
          </a:prstGeom>
          <a:ln>
            <a:solidFill>
              <a:schemeClr val="accent4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" name="Text Placeholder 11"/>
          <p:cNvSpPr>
            <a:spLocks noGrp="1"/>
          </p:cNvSpPr>
          <p:nvPr>
            <p:ph type="body" sz="quarter" idx="14" hasCustomPrompt="1"/>
          </p:nvPr>
        </p:nvSpPr>
        <p:spPr>
          <a:xfrm>
            <a:off x="4191000" y="3976706"/>
            <a:ext cx="6819900" cy="2233594"/>
          </a:xfrm>
        </p:spPr>
        <p:txBody>
          <a:bodyPr lIns="0" tIns="0" rIns="0" bIns="0">
            <a:normAutofit/>
          </a:bodyPr>
          <a:lstStyle>
            <a:lvl1pPr marL="0" indent="0">
              <a:spcBef>
                <a:spcPts val="200"/>
              </a:spcBef>
              <a:buNone/>
              <a:defRPr sz="1000" baseline="0">
                <a:solidFill>
                  <a:schemeClr val="bg1"/>
                </a:solidFill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r>
              <a:rPr lang="en-US" dirty="0">
                <a:effectLst/>
                <a:latin typeface="Helvetica" charset="0"/>
              </a:rPr>
              <a:t>Click to add classification text</a:t>
            </a:r>
          </a:p>
        </p:txBody>
      </p:sp>
      <p:cxnSp>
        <p:nvCxnSpPr>
          <p:cNvPr id="20" name="Straight Connector 19"/>
          <p:cNvCxnSpPr/>
          <p:nvPr/>
        </p:nvCxnSpPr>
        <p:spPr>
          <a:xfrm>
            <a:off x="4191000" y="3855309"/>
            <a:ext cx="6819900" cy="0"/>
          </a:xfrm>
          <a:prstGeom prst="line">
            <a:avLst/>
          </a:prstGeom>
          <a:ln>
            <a:solidFill>
              <a:schemeClr val="accent4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Straight Connector 17"/>
          <p:cNvCxnSpPr/>
          <p:nvPr/>
        </p:nvCxnSpPr>
        <p:spPr>
          <a:xfrm>
            <a:off x="4191000" y="3855309"/>
            <a:ext cx="6819900" cy="0"/>
          </a:xfrm>
          <a:prstGeom prst="line">
            <a:avLst/>
          </a:prstGeom>
          <a:ln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" name="Subtitle 2"/>
          <p:cNvSpPr>
            <a:spLocks noGrp="1"/>
          </p:cNvSpPr>
          <p:nvPr>
            <p:ph type="subTitle" idx="1" hasCustomPrompt="1"/>
          </p:nvPr>
        </p:nvSpPr>
        <p:spPr>
          <a:xfrm>
            <a:off x="4191001" y="2514600"/>
            <a:ext cx="6819900" cy="342899"/>
          </a:xfrm>
        </p:spPr>
        <p:txBody>
          <a:bodyPr lIns="0" tIns="0" rIns="0" bIns="0">
            <a:normAutofit/>
          </a:bodyPr>
          <a:lstStyle>
            <a:lvl1pPr marL="0" indent="0" algn="l">
              <a:buNone/>
              <a:defRPr sz="1600" b="1">
                <a:solidFill>
                  <a:schemeClr val="accent2">
                    <a:lumMod val="60000"/>
                    <a:lumOff val="40000"/>
                  </a:schemeClr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dirty="0"/>
              <a:t>Click to add subtitle</a:t>
            </a:r>
          </a:p>
        </p:txBody>
      </p:sp>
      <p:sp>
        <p:nvSpPr>
          <p:cNvPr id="17" name="Text Placeholder 11"/>
          <p:cNvSpPr>
            <a:spLocks noGrp="1"/>
          </p:cNvSpPr>
          <p:nvPr>
            <p:ph type="body" sz="quarter" idx="13" hasCustomPrompt="1"/>
          </p:nvPr>
        </p:nvSpPr>
        <p:spPr>
          <a:xfrm>
            <a:off x="4191000" y="2860102"/>
            <a:ext cx="6819900" cy="790832"/>
          </a:xfrm>
        </p:spPr>
        <p:txBody>
          <a:bodyPr lIns="0" tIns="0" rIns="0" bIns="0">
            <a:normAutofit/>
          </a:bodyPr>
          <a:lstStyle>
            <a:lvl1pPr marL="0" indent="0">
              <a:spcBef>
                <a:spcPts val="0"/>
              </a:spcBef>
              <a:buNone/>
              <a:defRPr sz="1200">
                <a:solidFill>
                  <a:schemeClr val="accent2">
                    <a:lumMod val="60000"/>
                    <a:lumOff val="40000"/>
                  </a:schemeClr>
                </a:solidFill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dirty="0"/>
              <a:t>Name</a:t>
            </a:r>
            <a:br>
              <a:rPr lang="en-US" dirty="0"/>
            </a:br>
            <a:r>
              <a:rPr lang="en-US" dirty="0"/>
              <a:t>Title</a:t>
            </a:r>
            <a:br>
              <a:rPr lang="en-US" dirty="0"/>
            </a:br>
            <a:r>
              <a:rPr lang="en-US" dirty="0"/>
              <a:t>Contact information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82518" y="2541694"/>
            <a:ext cx="2210142" cy="497572"/>
          </a:xfrm>
          <a:prstGeom prst="rect">
            <a:avLst/>
          </a:prstGeom>
          <a:noFill/>
          <a:ln w="19050">
            <a:noFill/>
          </a:ln>
        </p:spPr>
        <p:txBody>
          <a:bodyPr wrap="square" rtlCol="0">
            <a:spAutoFit/>
          </a:bodyPr>
          <a:lstStyle/>
          <a:p>
            <a:pPr marL="0" marR="0" indent="0" algn="ctr" defTabSz="914400" rtl="0" eaLnBrk="1" fontAlgn="auto" latinLnBrk="0" hangingPunct="1">
              <a:lnSpc>
                <a:spcPts val="16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200" dirty="0">
                <a:solidFill>
                  <a:schemeClr val="bg1"/>
                </a:solidFill>
                <a:latin typeface="+mn-lt"/>
                <a:ea typeface="Myriad Pro" charset="0"/>
                <a:cs typeface="Myriad Pro" charset="0"/>
              </a:rPr>
              <a:t>11100 Johns Hopkins Road </a:t>
            </a:r>
            <a:br>
              <a:rPr lang="en-US" sz="1200" dirty="0">
                <a:solidFill>
                  <a:schemeClr val="bg1"/>
                </a:solidFill>
                <a:latin typeface="+mn-lt"/>
                <a:ea typeface="Myriad Pro" charset="0"/>
                <a:cs typeface="Myriad Pro" charset="0"/>
              </a:rPr>
            </a:br>
            <a:r>
              <a:rPr lang="en-US" sz="1200" dirty="0">
                <a:solidFill>
                  <a:schemeClr val="bg1"/>
                </a:solidFill>
                <a:latin typeface="+mn-lt"/>
                <a:ea typeface="Myriad Pro" charset="0"/>
                <a:cs typeface="Myriad Pro" charset="0"/>
              </a:rPr>
              <a:t>Laurel, MD 20723-6099</a:t>
            </a:r>
          </a:p>
        </p:txBody>
      </p:sp>
      <p:cxnSp>
        <p:nvCxnSpPr>
          <p:cNvPr id="25" name="Straight Connector 24"/>
          <p:cNvCxnSpPr/>
          <p:nvPr/>
        </p:nvCxnSpPr>
        <p:spPr>
          <a:xfrm>
            <a:off x="1082518" y="2387995"/>
            <a:ext cx="2210142" cy="0"/>
          </a:xfrm>
          <a:prstGeom prst="line">
            <a:avLst/>
          </a:prstGeom>
          <a:ln w="6350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463101562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5" pos="6936">
          <p15:clr>
            <a:srgbClr val="FBAE40"/>
          </p15:clr>
        </p15:guide>
      </p15:sldGuideLst>
    </p:ext>
  </p:extLst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Slide 5 Ligh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Date Placeholder 17"/>
          <p:cNvSpPr>
            <a:spLocks noGrp="1"/>
          </p:cNvSpPr>
          <p:nvPr>
            <p:ph type="dt" sz="half" idx="15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19" name="Footer Placeholder 18"/>
          <p:cNvSpPr>
            <a:spLocks noGrp="1"/>
          </p:cNvSpPr>
          <p:nvPr>
            <p:ph type="ftr" sz="quarter" idx="16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20" name="Slide Number Placeholder 19"/>
          <p:cNvSpPr>
            <a:spLocks noGrp="1"/>
          </p:cNvSpPr>
          <p:nvPr>
            <p:ph type="sldNum" sz="quarter" idx="17"/>
          </p:nvPr>
        </p:nvSpPr>
        <p:spPr/>
        <p:txBody>
          <a:bodyPr/>
          <a:lstStyle/>
          <a:p>
            <a:fld id="{A2D3FCAD-823A-476E-8B64-08133BA4013A}" type="slidenum">
              <a:rPr lang="en-US" smtClean="0"/>
              <a:t>‹#›</a:t>
            </a:fld>
            <a:endParaRPr lang="en-US"/>
          </a:p>
        </p:txBody>
      </p:sp>
      <p:pic>
        <p:nvPicPr>
          <p:cNvPr id="15" name="Picture 14"/>
          <p:cNvPicPr>
            <a:picLocks noChangeAspect="1"/>
          </p:cNvPicPr>
          <p:nvPr/>
        </p:nvPicPr>
        <p:blipFill>
          <a:blip r:embed="rId2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2375" y="667"/>
            <a:ext cx="12189624" cy="6856664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ctrTitle" hasCustomPrompt="1"/>
          </p:nvPr>
        </p:nvSpPr>
        <p:spPr>
          <a:xfrm>
            <a:off x="4191000" y="1028700"/>
            <a:ext cx="6819900" cy="1485900"/>
          </a:xfrm>
        </p:spPr>
        <p:txBody>
          <a:bodyPr anchor="t">
            <a:normAutofit/>
          </a:bodyPr>
          <a:lstStyle>
            <a:lvl1pPr algn="l">
              <a:defRPr sz="3200"/>
            </a:lvl1pPr>
          </a:lstStyle>
          <a:p>
            <a:r>
              <a:rPr lang="en-US" dirty="0"/>
              <a:t>Click to add title</a:t>
            </a:r>
            <a:br>
              <a:rPr lang="en-US" dirty="0"/>
            </a:br>
            <a:r>
              <a:rPr lang="en-US" dirty="0"/>
              <a:t>(recommended for titles that </a:t>
            </a:r>
            <a:br>
              <a:rPr lang="en-US" dirty="0"/>
            </a:br>
            <a:r>
              <a:rPr lang="en-US" dirty="0"/>
              <a:t>are 2-3 lines long)</a:t>
            </a:r>
          </a:p>
        </p:txBody>
      </p:sp>
      <p:pic>
        <p:nvPicPr>
          <p:cNvPr id="11" name="Picture 10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554338" y="532082"/>
            <a:ext cx="3271029" cy="2139696"/>
          </a:xfrm>
          <a:prstGeom prst="rect">
            <a:avLst/>
          </a:prstGeom>
        </p:spPr>
      </p:pic>
      <p:cxnSp>
        <p:nvCxnSpPr>
          <p:cNvPr id="8" name="Straight Connector 7"/>
          <p:cNvCxnSpPr/>
          <p:nvPr/>
        </p:nvCxnSpPr>
        <p:spPr>
          <a:xfrm>
            <a:off x="4191000" y="3855309"/>
            <a:ext cx="6819900" cy="0"/>
          </a:xfrm>
          <a:prstGeom prst="line">
            <a:avLst/>
          </a:prstGeom>
          <a:ln>
            <a:solidFill>
              <a:schemeClr val="accent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" name="Text Placeholder 11"/>
          <p:cNvSpPr>
            <a:spLocks noGrp="1"/>
          </p:cNvSpPr>
          <p:nvPr>
            <p:ph type="body" sz="quarter" idx="14" hasCustomPrompt="1"/>
          </p:nvPr>
        </p:nvSpPr>
        <p:spPr>
          <a:xfrm>
            <a:off x="4191000" y="3976706"/>
            <a:ext cx="6819900" cy="2233594"/>
          </a:xfrm>
        </p:spPr>
        <p:txBody>
          <a:bodyPr lIns="0" tIns="0" rIns="0" bIns="0">
            <a:normAutofit/>
          </a:bodyPr>
          <a:lstStyle>
            <a:lvl1pPr marL="0" indent="0">
              <a:spcBef>
                <a:spcPts val="200"/>
              </a:spcBef>
              <a:buNone/>
              <a:defRPr lang="en-US" sz="1000" smtClean="0">
                <a:solidFill>
                  <a:schemeClr val="accent1"/>
                </a:solidFill>
                <a:effectLst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r>
              <a:rPr lang="en-US" dirty="0">
                <a:effectLst/>
                <a:latin typeface="Helvetica" charset="0"/>
              </a:rPr>
              <a:t>Click to add classification text</a:t>
            </a:r>
          </a:p>
        </p:txBody>
      </p:sp>
      <p:sp>
        <p:nvSpPr>
          <p:cNvPr id="9" name="Subtitle 2"/>
          <p:cNvSpPr>
            <a:spLocks noGrp="1"/>
          </p:cNvSpPr>
          <p:nvPr>
            <p:ph type="subTitle" idx="1" hasCustomPrompt="1"/>
          </p:nvPr>
        </p:nvSpPr>
        <p:spPr>
          <a:xfrm>
            <a:off x="4191001" y="2514601"/>
            <a:ext cx="6819900" cy="354954"/>
          </a:xfrm>
        </p:spPr>
        <p:txBody>
          <a:bodyPr lIns="0" tIns="0" rIns="0" bIns="0">
            <a:normAutofit/>
          </a:bodyPr>
          <a:lstStyle>
            <a:lvl1pPr marL="0" indent="0" algn="l">
              <a:buNone/>
              <a:defRPr sz="1600" b="1" baseline="0">
                <a:solidFill>
                  <a:schemeClr val="accent2"/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dirty="0"/>
              <a:t>Click to add subtitle</a:t>
            </a:r>
          </a:p>
        </p:txBody>
      </p:sp>
      <p:sp>
        <p:nvSpPr>
          <p:cNvPr id="10" name="Text Placeholder 11"/>
          <p:cNvSpPr>
            <a:spLocks noGrp="1"/>
          </p:cNvSpPr>
          <p:nvPr>
            <p:ph type="body" sz="quarter" idx="13" hasCustomPrompt="1"/>
          </p:nvPr>
        </p:nvSpPr>
        <p:spPr>
          <a:xfrm>
            <a:off x="4191000" y="2869555"/>
            <a:ext cx="6819900" cy="790832"/>
          </a:xfrm>
        </p:spPr>
        <p:txBody>
          <a:bodyPr lIns="0" tIns="0" rIns="0" bIns="0">
            <a:normAutofit/>
          </a:bodyPr>
          <a:lstStyle>
            <a:lvl1pPr marL="0" indent="0">
              <a:spcBef>
                <a:spcPts val="0"/>
              </a:spcBef>
              <a:buNone/>
              <a:defRPr sz="1200">
                <a:solidFill>
                  <a:schemeClr val="accent2"/>
                </a:solidFill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dirty="0"/>
              <a:t>Name</a:t>
            </a:r>
            <a:br>
              <a:rPr lang="en-US" dirty="0"/>
            </a:br>
            <a:r>
              <a:rPr lang="en-US" dirty="0"/>
              <a:t>Title</a:t>
            </a:r>
            <a:br>
              <a:rPr lang="en-US" dirty="0"/>
            </a:br>
            <a:r>
              <a:rPr lang="en-US" dirty="0"/>
              <a:t>Contact information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82518" y="2541694"/>
            <a:ext cx="2210142" cy="497572"/>
          </a:xfrm>
          <a:prstGeom prst="rect">
            <a:avLst/>
          </a:prstGeom>
          <a:noFill/>
          <a:ln w="19050">
            <a:noFill/>
          </a:ln>
        </p:spPr>
        <p:txBody>
          <a:bodyPr wrap="square" rtlCol="0">
            <a:spAutoFit/>
          </a:bodyPr>
          <a:lstStyle/>
          <a:p>
            <a:pPr marL="0" marR="0" indent="0" algn="ctr" defTabSz="914400" rtl="0" eaLnBrk="1" fontAlgn="auto" latinLnBrk="0" hangingPunct="1">
              <a:lnSpc>
                <a:spcPts val="16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200" dirty="0">
                <a:solidFill>
                  <a:schemeClr val="accent1"/>
                </a:solidFill>
                <a:latin typeface="+mn-lt"/>
                <a:ea typeface="Myriad Pro" charset="0"/>
                <a:cs typeface="Myriad Pro" charset="0"/>
              </a:rPr>
              <a:t>11100 Johns Hopkins Road </a:t>
            </a:r>
            <a:br>
              <a:rPr lang="en-US" sz="1200" dirty="0">
                <a:solidFill>
                  <a:schemeClr val="accent1"/>
                </a:solidFill>
                <a:latin typeface="+mn-lt"/>
                <a:ea typeface="Myriad Pro" charset="0"/>
                <a:cs typeface="Myriad Pro" charset="0"/>
              </a:rPr>
            </a:br>
            <a:r>
              <a:rPr lang="en-US" sz="1200" dirty="0">
                <a:solidFill>
                  <a:schemeClr val="accent1"/>
                </a:solidFill>
                <a:latin typeface="+mn-lt"/>
                <a:ea typeface="Myriad Pro" charset="0"/>
                <a:cs typeface="Myriad Pro" charset="0"/>
              </a:rPr>
              <a:t>Laurel, MD 20723-6099</a:t>
            </a:r>
          </a:p>
        </p:txBody>
      </p:sp>
      <p:cxnSp>
        <p:nvCxnSpPr>
          <p:cNvPr id="13" name="Straight Connector 12"/>
          <p:cNvCxnSpPr/>
          <p:nvPr/>
        </p:nvCxnSpPr>
        <p:spPr>
          <a:xfrm>
            <a:off x="1082518" y="2387995"/>
            <a:ext cx="2210142" cy="0"/>
          </a:xfrm>
          <a:prstGeom prst="line">
            <a:avLst/>
          </a:prstGeom>
          <a:ln w="6350">
            <a:solidFill>
              <a:schemeClr val="accent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022060983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25" pos="6936">
          <p15:clr>
            <a:srgbClr val="FBAE40"/>
          </p15:clr>
        </p15:guide>
      </p15:sldGuideLst>
    </p:ext>
  </p:extLst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Title 12"/>
          <p:cNvSpPr>
            <a:spLocks noGrp="1"/>
          </p:cNvSpPr>
          <p:nvPr>
            <p:ph type="title" hasCustomPrompt="1"/>
          </p:nvPr>
        </p:nvSpPr>
        <p:spPr>
          <a:xfrm>
            <a:off x="952500" y="419100"/>
            <a:ext cx="10287000" cy="762000"/>
          </a:xfrm>
        </p:spPr>
        <p:txBody>
          <a:bodyPr anchor="ctr"/>
          <a:lstStyle/>
          <a:p>
            <a:r>
              <a:rPr lang="en-US" dirty="0"/>
              <a:t>Click to add title</a:t>
            </a:r>
          </a:p>
        </p:txBody>
      </p:sp>
      <p:sp>
        <p:nvSpPr>
          <p:cNvPr id="9" name="Content Placeholder 8"/>
          <p:cNvSpPr>
            <a:spLocks noGrp="1"/>
          </p:cNvSpPr>
          <p:nvPr>
            <p:ph sz="quarter" idx="13" hasCustomPrompt="1"/>
          </p:nvPr>
        </p:nvSpPr>
        <p:spPr>
          <a:xfrm>
            <a:off x="952500" y="1324598"/>
            <a:ext cx="10287000" cy="4885702"/>
          </a:xfrm>
        </p:spPr>
        <p:txBody>
          <a:bodyPr/>
          <a:lstStyle/>
          <a:p>
            <a:pPr lvl="0"/>
            <a:r>
              <a:rPr lang="en-US" dirty="0"/>
              <a:t>Click to add text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2" name="Date Placeholder 11"/>
          <p:cNvSpPr>
            <a:spLocks noGrp="1"/>
          </p:cNvSpPr>
          <p:nvPr>
            <p:ph type="dt" sz="half" idx="14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14" name="Footer Placeholder 13"/>
          <p:cNvSpPr>
            <a:spLocks noGrp="1"/>
          </p:cNvSpPr>
          <p:nvPr>
            <p:ph type="ftr" sz="quarter" idx="15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15" name="Slide Number Placeholder 14"/>
          <p:cNvSpPr>
            <a:spLocks noGrp="1"/>
          </p:cNvSpPr>
          <p:nvPr>
            <p:ph type="sldNum" sz="quarter" idx="16"/>
          </p:nvPr>
        </p:nvSpPr>
        <p:spPr/>
        <p:txBody>
          <a:bodyPr/>
          <a:lstStyle>
            <a:lvl1pPr>
              <a:defRPr/>
            </a:lvl1pPr>
          </a:lstStyle>
          <a:p>
            <a:fld id="{A2D3FCAD-823A-476E-8B64-08133BA4013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82893992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, Subtitle,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457200" y="412735"/>
            <a:ext cx="11277600" cy="342899"/>
          </a:xfrm>
        </p:spPr>
        <p:txBody>
          <a:bodyPr>
            <a:noAutofit/>
          </a:bodyPr>
          <a:lstStyle>
            <a:lvl1pPr>
              <a:defRPr sz="2800"/>
            </a:lvl1pPr>
          </a:lstStyle>
          <a:p>
            <a:r>
              <a:rPr lang="en-US" dirty="0"/>
              <a:t>Click to add title 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hasCustomPrompt="1"/>
          </p:nvPr>
        </p:nvSpPr>
        <p:spPr>
          <a:xfrm>
            <a:off x="952500" y="1485900"/>
            <a:ext cx="10287000" cy="4724400"/>
          </a:xfrm>
        </p:spPr>
        <p:txBody>
          <a:bodyPr/>
          <a:lstStyle/>
          <a:p>
            <a:pPr lvl="0"/>
            <a:r>
              <a:rPr lang="en-US" dirty="0"/>
              <a:t>Click to add text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9" name="Text Placeholder 8"/>
          <p:cNvSpPr>
            <a:spLocks noGrp="1"/>
          </p:cNvSpPr>
          <p:nvPr>
            <p:ph type="body" sz="quarter" idx="13" hasCustomPrompt="1"/>
          </p:nvPr>
        </p:nvSpPr>
        <p:spPr>
          <a:xfrm>
            <a:off x="457200" y="795015"/>
            <a:ext cx="11277600" cy="386085"/>
          </a:xfrm>
        </p:spPr>
        <p:txBody>
          <a:bodyPr>
            <a:normAutofit/>
          </a:bodyPr>
          <a:lstStyle>
            <a:lvl1pPr marL="0" indent="0">
              <a:buNone/>
              <a:defRPr sz="2000" baseline="0">
                <a:solidFill>
                  <a:schemeClr val="tx2">
                    <a:lumMod val="60000"/>
                    <a:lumOff val="40000"/>
                  </a:schemeClr>
                </a:solidFill>
              </a:defRPr>
            </a:lvl1pPr>
          </a:lstStyle>
          <a:p>
            <a:r>
              <a:rPr lang="en-US" sz="2000" b="0" dirty="0"/>
              <a:t>Click to add subtitle</a:t>
            </a:r>
            <a:endParaRPr lang="en-US" sz="1600" b="0" dirty="0"/>
          </a:p>
        </p:txBody>
      </p:sp>
      <p:sp>
        <p:nvSpPr>
          <p:cNvPr id="14" name="Date Placeholder 13"/>
          <p:cNvSpPr>
            <a:spLocks noGrp="1"/>
          </p:cNvSpPr>
          <p:nvPr>
            <p:ph type="dt" sz="half" idx="14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15" name="Footer Placeholder 14"/>
          <p:cNvSpPr>
            <a:spLocks noGrp="1"/>
          </p:cNvSpPr>
          <p:nvPr>
            <p:ph type="ftr" sz="quarter" idx="15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16" name="Slide Number Placeholder 15"/>
          <p:cNvSpPr>
            <a:spLocks noGrp="1"/>
          </p:cNvSpPr>
          <p:nvPr>
            <p:ph type="sldNum" sz="quarter" idx="16"/>
          </p:nvPr>
        </p:nvSpPr>
        <p:spPr/>
        <p:txBody>
          <a:bodyPr/>
          <a:lstStyle/>
          <a:p>
            <a:fld id="{A2D3FCAD-823A-476E-8B64-08133BA4013A}" type="slidenum">
              <a:rPr lang="en-US" smtClean="0"/>
              <a:t>‹#›</a:t>
            </a:fld>
            <a:endParaRPr lang="en-US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31415EE8-C428-E4E6-6818-C102C42A4C57}"/>
              </a:ext>
            </a:extLst>
          </p:cNvPr>
          <p:cNvSpPr/>
          <p:nvPr userDrawn="1"/>
        </p:nvSpPr>
        <p:spPr>
          <a:xfrm>
            <a:off x="341831" y="6551750"/>
            <a:ext cx="374947" cy="267795"/>
          </a:xfrm>
          <a:prstGeom prst="rect">
            <a:avLst/>
          </a:prstGeom>
          <a:solidFill>
            <a:srgbClr val="F2F2F2"/>
          </a:solidFill>
          <a:ln>
            <a:solidFill>
              <a:srgbClr val="F2F2F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rmAutofit fontScale="70000" lnSpcReduction="20000"/>
          </a:bodyPr>
          <a:lstStyle/>
          <a:p>
            <a:pPr algn="ctr"/>
            <a:endParaRPr lang="en-US" sz="2000" dirty="0" err="1"/>
          </a:p>
        </p:txBody>
      </p:sp>
    </p:spTree>
    <p:extLst>
      <p:ext uri="{BB962C8B-B14F-4D97-AF65-F5344CB8AC3E}">
        <p14:creationId xmlns:p14="http://schemas.microsoft.com/office/powerpoint/2010/main" val="3962789398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wo-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r>
              <a:rPr lang="en-US" dirty="0"/>
              <a:t>Click to add title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hasCustomPrompt="1"/>
          </p:nvPr>
        </p:nvSpPr>
        <p:spPr>
          <a:xfrm>
            <a:off x="952500" y="1181100"/>
            <a:ext cx="4953000" cy="4176257"/>
          </a:xfrm>
        </p:spPr>
        <p:txBody>
          <a:bodyPr/>
          <a:lstStyle/>
          <a:p>
            <a:pPr lvl="0"/>
            <a:r>
              <a:rPr lang="en-US" dirty="0"/>
              <a:t>Click to add text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3" name="Text Placeholder 12"/>
          <p:cNvSpPr>
            <a:spLocks noGrp="1"/>
          </p:cNvSpPr>
          <p:nvPr>
            <p:ph type="body" sz="quarter" idx="14" hasCustomPrompt="1"/>
          </p:nvPr>
        </p:nvSpPr>
        <p:spPr>
          <a:xfrm>
            <a:off x="952500" y="5548312"/>
            <a:ext cx="10286999" cy="661988"/>
          </a:xfrm>
          <a:solidFill>
            <a:schemeClr val="accent2"/>
          </a:solidFill>
          <a:ln w="19050">
            <a:noFill/>
          </a:ln>
        </p:spPr>
        <p:txBody>
          <a:bodyPr anchor="ctr">
            <a:noAutofit/>
          </a:bodyPr>
          <a:lstStyle>
            <a:lvl1pPr marL="0" indent="0" algn="ctr">
              <a:buNone/>
              <a:defRPr sz="1800" b="1">
                <a:solidFill>
                  <a:schemeClr val="bg1"/>
                </a:solidFill>
              </a:defRPr>
            </a:lvl1pPr>
            <a:lvl2pPr marL="457200" indent="0" algn="ctr">
              <a:buNone/>
              <a:defRPr sz="18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800"/>
            </a:lvl4pPr>
            <a:lvl5pPr marL="1828800" indent="0" algn="ctr">
              <a:buNone/>
              <a:defRPr sz="1800"/>
            </a:lvl5pPr>
          </a:lstStyle>
          <a:p>
            <a:pPr lvl="0"/>
            <a:r>
              <a:rPr lang="en-US" dirty="0"/>
              <a:t>Click to add callout text</a:t>
            </a:r>
          </a:p>
        </p:txBody>
      </p:sp>
      <p:sp>
        <p:nvSpPr>
          <p:cNvPr id="11" name="Content Placeholder 2"/>
          <p:cNvSpPr>
            <a:spLocks noGrp="1"/>
          </p:cNvSpPr>
          <p:nvPr>
            <p:ph idx="13" hasCustomPrompt="1"/>
          </p:nvPr>
        </p:nvSpPr>
        <p:spPr>
          <a:xfrm>
            <a:off x="6286501" y="1181100"/>
            <a:ext cx="4952998" cy="4176257"/>
          </a:xfrm>
        </p:spPr>
        <p:txBody>
          <a:bodyPr/>
          <a:lstStyle/>
          <a:p>
            <a:pPr lvl="0"/>
            <a:r>
              <a:rPr lang="en-US" dirty="0"/>
              <a:t>Click to add text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8" name="Date Placeholder 17"/>
          <p:cNvSpPr>
            <a:spLocks noGrp="1"/>
          </p:cNvSpPr>
          <p:nvPr>
            <p:ph type="dt" sz="half" idx="15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19" name="Footer Placeholder 18"/>
          <p:cNvSpPr>
            <a:spLocks noGrp="1"/>
          </p:cNvSpPr>
          <p:nvPr>
            <p:ph type="ftr" sz="quarter" idx="16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20" name="Slide Number Placeholder 19"/>
          <p:cNvSpPr>
            <a:spLocks noGrp="1"/>
          </p:cNvSpPr>
          <p:nvPr>
            <p:ph type="sldNum" sz="quarter" idx="17"/>
          </p:nvPr>
        </p:nvSpPr>
        <p:spPr/>
        <p:txBody>
          <a:bodyPr/>
          <a:lstStyle/>
          <a:p>
            <a:fld id="{A2D3FCAD-823A-476E-8B64-08133BA4013A}" type="slidenum">
              <a:rPr lang="en-US" smtClean="0"/>
              <a:t>‹#›</a:t>
            </a:fld>
            <a:endParaRPr lang="en-US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A8152850-C0AB-BE77-F959-10EE1CEA3C9F}"/>
              </a:ext>
            </a:extLst>
          </p:cNvPr>
          <p:cNvSpPr/>
          <p:nvPr userDrawn="1"/>
        </p:nvSpPr>
        <p:spPr>
          <a:xfrm>
            <a:off x="341831" y="6551750"/>
            <a:ext cx="374947" cy="267795"/>
          </a:xfrm>
          <a:prstGeom prst="rect">
            <a:avLst/>
          </a:prstGeom>
          <a:solidFill>
            <a:srgbClr val="F2F2F2"/>
          </a:solidFill>
          <a:ln>
            <a:solidFill>
              <a:srgbClr val="F2F2F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rmAutofit fontScale="70000" lnSpcReduction="20000"/>
          </a:bodyPr>
          <a:lstStyle/>
          <a:p>
            <a:pPr algn="ctr"/>
            <a:endParaRPr lang="en-US" sz="2000" dirty="0" err="1"/>
          </a:p>
        </p:txBody>
      </p:sp>
    </p:spTree>
    <p:extLst>
      <p:ext uri="{BB962C8B-B14F-4D97-AF65-F5344CB8AC3E}">
        <p14:creationId xmlns:p14="http://schemas.microsoft.com/office/powerpoint/2010/main" val="3798466629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wo-Column, Subtit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hasCustomPrompt="1"/>
          </p:nvPr>
        </p:nvSpPr>
        <p:spPr>
          <a:xfrm>
            <a:off x="952500" y="1485900"/>
            <a:ext cx="4953000" cy="3871457"/>
          </a:xfrm>
        </p:spPr>
        <p:txBody>
          <a:bodyPr/>
          <a:lstStyle/>
          <a:p>
            <a:pPr lvl="0"/>
            <a:r>
              <a:rPr lang="en-US" dirty="0"/>
              <a:t>Click to add text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3" name="Text Placeholder 12"/>
          <p:cNvSpPr>
            <a:spLocks noGrp="1"/>
          </p:cNvSpPr>
          <p:nvPr>
            <p:ph type="body" sz="quarter" idx="14" hasCustomPrompt="1"/>
          </p:nvPr>
        </p:nvSpPr>
        <p:spPr>
          <a:xfrm>
            <a:off x="952500" y="5548312"/>
            <a:ext cx="10286999" cy="661988"/>
          </a:xfrm>
          <a:solidFill>
            <a:schemeClr val="accent2"/>
          </a:solidFill>
          <a:ln w="19050">
            <a:noFill/>
          </a:ln>
        </p:spPr>
        <p:txBody>
          <a:bodyPr anchor="ctr">
            <a:noAutofit/>
          </a:bodyPr>
          <a:lstStyle>
            <a:lvl1pPr marL="0" indent="0" algn="ctr">
              <a:buNone/>
              <a:defRPr sz="1800" b="1">
                <a:solidFill>
                  <a:schemeClr val="bg1"/>
                </a:solidFill>
              </a:defRPr>
            </a:lvl1pPr>
            <a:lvl2pPr marL="457200" indent="0" algn="ctr">
              <a:buNone/>
              <a:defRPr sz="18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800"/>
            </a:lvl4pPr>
            <a:lvl5pPr marL="1828800" indent="0" algn="ctr">
              <a:buNone/>
              <a:defRPr sz="1800"/>
            </a:lvl5pPr>
          </a:lstStyle>
          <a:p>
            <a:pPr lvl="0"/>
            <a:r>
              <a:rPr lang="en-US" dirty="0"/>
              <a:t>Click to add callout text</a:t>
            </a:r>
          </a:p>
        </p:txBody>
      </p:sp>
      <p:sp>
        <p:nvSpPr>
          <p:cNvPr id="11" name="Content Placeholder 2"/>
          <p:cNvSpPr>
            <a:spLocks noGrp="1"/>
          </p:cNvSpPr>
          <p:nvPr>
            <p:ph idx="13" hasCustomPrompt="1"/>
          </p:nvPr>
        </p:nvSpPr>
        <p:spPr>
          <a:xfrm>
            <a:off x="6286501" y="1485900"/>
            <a:ext cx="4952998" cy="3871457"/>
          </a:xfrm>
        </p:spPr>
        <p:txBody>
          <a:bodyPr/>
          <a:lstStyle/>
          <a:p>
            <a:pPr lvl="0"/>
            <a:r>
              <a:rPr lang="en-US" dirty="0"/>
              <a:t>Click to add text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0" name="Title 1"/>
          <p:cNvSpPr>
            <a:spLocks noGrp="1"/>
          </p:cNvSpPr>
          <p:nvPr>
            <p:ph type="title" hasCustomPrompt="1"/>
          </p:nvPr>
        </p:nvSpPr>
        <p:spPr>
          <a:xfrm>
            <a:off x="457200" y="419100"/>
            <a:ext cx="11277600" cy="342899"/>
          </a:xfrm>
        </p:spPr>
        <p:txBody>
          <a:bodyPr>
            <a:noAutofit/>
          </a:bodyPr>
          <a:lstStyle>
            <a:lvl1pPr>
              <a:defRPr sz="2800"/>
            </a:lvl1pPr>
          </a:lstStyle>
          <a:p>
            <a:r>
              <a:rPr lang="en-US" dirty="0"/>
              <a:t>Click to add title </a:t>
            </a:r>
          </a:p>
        </p:txBody>
      </p:sp>
      <p:sp>
        <p:nvSpPr>
          <p:cNvPr id="12" name="Text Placeholder 8"/>
          <p:cNvSpPr>
            <a:spLocks noGrp="1"/>
          </p:cNvSpPr>
          <p:nvPr>
            <p:ph type="body" sz="quarter" idx="18" hasCustomPrompt="1"/>
          </p:nvPr>
        </p:nvSpPr>
        <p:spPr>
          <a:xfrm>
            <a:off x="457200" y="801380"/>
            <a:ext cx="11277600" cy="379720"/>
          </a:xfrm>
        </p:spPr>
        <p:txBody>
          <a:bodyPr>
            <a:normAutofit/>
          </a:bodyPr>
          <a:lstStyle>
            <a:lvl1pPr marL="0" indent="0">
              <a:buNone/>
              <a:defRPr sz="2000" baseline="0">
                <a:solidFill>
                  <a:schemeClr val="tx2">
                    <a:lumMod val="60000"/>
                    <a:lumOff val="40000"/>
                  </a:schemeClr>
                </a:solidFill>
              </a:defRPr>
            </a:lvl1pPr>
          </a:lstStyle>
          <a:p>
            <a:r>
              <a:rPr lang="en-US" sz="2000" b="0" dirty="0"/>
              <a:t>Click to add subtitle</a:t>
            </a:r>
            <a:endParaRPr lang="en-US" sz="1600" b="0" dirty="0"/>
          </a:p>
        </p:txBody>
      </p:sp>
      <p:sp>
        <p:nvSpPr>
          <p:cNvPr id="16" name="Date Placeholder 15"/>
          <p:cNvSpPr>
            <a:spLocks noGrp="1"/>
          </p:cNvSpPr>
          <p:nvPr>
            <p:ph type="dt" sz="half" idx="19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17" name="Footer Placeholder 16"/>
          <p:cNvSpPr>
            <a:spLocks noGrp="1"/>
          </p:cNvSpPr>
          <p:nvPr>
            <p:ph type="ftr" sz="quarter" idx="20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18" name="Slide Number Placeholder 17"/>
          <p:cNvSpPr>
            <a:spLocks noGrp="1"/>
          </p:cNvSpPr>
          <p:nvPr>
            <p:ph type="sldNum" sz="quarter" idx="21"/>
          </p:nvPr>
        </p:nvSpPr>
        <p:spPr/>
        <p:txBody>
          <a:bodyPr/>
          <a:lstStyle/>
          <a:p>
            <a:fld id="{A2D3FCAD-823A-476E-8B64-08133BA4013A}" type="slidenum">
              <a:rPr lang="en-US" smtClean="0"/>
              <a:t>‹#›</a:t>
            </a:fld>
            <a:endParaRPr lang="en-US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BE73C1BC-9DBE-5DE5-CBE3-B427ECF63594}"/>
              </a:ext>
            </a:extLst>
          </p:cNvPr>
          <p:cNvSpPr/>
          <p:nvPr userDrawn="1"/>
        </p:nvSpPr>
        <p:spPr>
          <a:xfrm>
            <a:off x="341831" y="6551750"/>
            <a:ext cx="374947" cy="267795"/>
          </a:xfrm>
          <a:prstGeom prst="rect">
            <a:avLst/>
          </a:prstGeom>
          <a:solidFill>
            <a:srgbClr val="F2F2F2"/>
          </a:solidFill>
          <a:ln>
            <a:solidFill>
              <a:srgbClr val="F2F2F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rmAutofit fontScale="70000" lnSpcReduction="20000"/>
          </a:bodyPr>
          <a:lstStyle/>
          <a:p>
            <a:pPr algn="ctr"/>
            <a:endParaRPr lang="en-US" sz="2000" dirty="0" err="1"/>
          </a:p>
        </p:txBody>
      </p:sp>
    </p:spTree>
    <p:extLst>
      <p:ext uri="{BB962C8B-B14F-4D97-AF65-F5344CB8AC3E}">
        <p14:creationId xmlns:p14="http://schemas.microsoft.com/office/powerpoint/2010/main" val="4199367019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hart 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r>
              <a:rPr lang="en-US" dirty="0"/>
              <a:t>Click to add title</a:t>
            </a:r>
          </a:p>
        </p:txBody>
      </p:sp>
      <p:sp>
        <p:nvSpPr>
          <p:cNvPr id="9" name="Chart Placeholder 8"/>
          <p:cNvSpPr>
            <a:spLocks noGrp="1"/>
          </p:cNvSpPr>
          <p:nvPr>
            <p:ph type="chart" sz="quarter" idx="16" hasCustomPrompt="1"/>
          </p:nvPr>
        </p:nvSpPr>
        <p:spPr>
          <a:xfrm>
            <a:off x="952500" y="1181100"/>
            <a:ext cx="4953000" cy="4176713"/>
          </a:xfrm>
        </p:spPr>
        <p:txBody>
          <a:bodyPr anchor="ctr"/>
          <a:lstStyle>
            <a:lvl1pPr marL="0" indent="0" algn="ctr">
              <a:buNone/>
              <a:defRPr/>
            </a:lvl1pPr>
          </a:lstStyle>
          <a:p>
            <a:r>
              <a:rPr lang="en-US" dirty="0"/>
              <a:t>Click to add chart</a:t>
            </a:r>
          </a:p>
        </p:txBody>
      </p:sp>
      <p:sp>
        <p:nvSpPr>
          <p:cNvPr id="15" name="Chart Placeholder 8"/>
          <p:cNvSpPr>
            <a:spLocks noGrp="1"/>
          </p:cNvSpPr>
          <p:nvPr>
            <p:ph type="chart" sz="quarter" idx="17" hasCustomPrompt="1"/>
          </p:nvPr>
        </p:nvSpPr>
        <p:spPr>
          <a:xfrm>
            <a:off x="6286501" y="1181100"/>
            <a:ext cx="4953000" cy="4176713"/>
          </a:xfrm>
        </p:spPr>
        <p:txBody>
          <a:bodyPr anchor="ctr"/>
          <a:lstStyle>
            <a:lvl1pPr marL="0" indent="0" algn="ctr">
              <a:buNone/>
              <a:defRPr/>
            </a:lvl1pPr>
          </a:lstStyle>
          <a:p>
            <a:r>
              <a:rPr lang="en-US" dirty="0"/>
              <a:t>Click to add chart</a:t>
            </a:r>
          </a:p>
        </p:txBody>
      </p:sp>
      <p:sp>
        <p:nvSpPr>
          <p:cNvPr id="11" name="Text Placeholder 12"/>
          <p:cNvSpPr>
            <a:spLocks noGrp="1"/>
          </p:cNvSpPr>
          <p:nvPr>
            <p:ph type="body" sz="quarter" idx="14" hasCustomPrompt="1"/>
          </p:nvPr>
        </p:nvSpPr>
        <p:spPr>
          <a:xfrm>
            <a:off x="1602236" y="5548312"/>
            <a:ext cx="3653528" cy="661988"/>
          </a:xfrm>
          <a:solidFill>
            <a:schemeClr val="accent2"/>
          </a:solidFill>
          <a:ln w="19050">
            <a:noFill/>
          </a:ln>
        </p:spPr>
        <p:txBody>
          <a:bodyPr anchor="ctr">
            <a:noAutofit/>
          </a:bodyPr>
          <a:lstStyle>
            <a:lvl1pPr marL="0" indent="0" algn="ctr">
              <a:buNone/>
              <a:defRPr sz="1800" b="1">
                <a:solidFill>
                  <a:schemeClr val="bg1"/>
                </a:solidFill>
              </a:defRPr>
            </a:lvl1pPr>
            <a:lvl2pPr marL="457200" indent="0" algn="ctr">
              <a:buNone/>
              <a:defRPr sz="18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800"/>
            </a:lvl4pPr>
            <a:lvl5pPr marL="1828800" indent="0" algn="ctr">
              <a:buNone/>
              <a:defRPr sz="1800"/>
            </a:lvl5pPr>
          </a:lstStyle>
          <a:p>
            <a:pPr lvl="0"/>
            <a:r>
              <a:rPr lang="en-US" dirty="0"/>
              <a:t>Click to add chart label</a:t>
            </a:r>
          </a:p>
        </p:txBody>
      </p:sp>
      <p:sp>
        <p:nvSpPr>
          <p:cNvPr id="12" name="Text Placeholder 12"/>
          <p:cNvSpPr>
            <a:spLocks noGrp="1"/>
          </p:cNvSpPr>
          <p:nvPr>
            <p:ph type="body" sz="quarter" idx="15" hasCustomPrompt="1"/>
          </p:nvPr>
        </p:nvSpPr>
        <p:spPr>
          <a:xfrm>
            <a:off x="6936237" y="5548312"/>
            <a:ext cx="3653528" cy="661988"/>
          </a:xfrm>
          <a:solidFill>
            <a:schemeClr val="accent2"/>
          </a:solidFill>
          <a:ln w="19050">
            <a:noFill/>
          </a:ln>
        </p:spPr>
        <p:txBody>
          <a:bodyPr anchor="ctr">
            <a:noAutofit/>
          </a:bodyPr>
          <a:lstStyle>
            <a:lvl1pPr marL="0" indent="0" algn="ctr">
              <a:buNone/>
              <a:defRPr sz="1800" b="1">
                <a:solidFill>
                  <a:schemeClr val="bg1"/>
                </a:solidFill>
              </a:defRPr>
            </a:lvl1pPr>
            <a:lvl2pPr marL="457200" indent="0" algn="ctr">
              <a:buNone/>
              <a:defRPr sz="18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800"/>
            </a:lvl4pPr>
            <a:lvl5pPr marL="1828800" indent="0" algn="ctr">
              <a:buNone/>
              <a:defRPr sz="1800"/>
            </a:lvl5pPr>
          </a:lstStyle>
          <a:p>
            <a:pPr lvl="0"/>
            <a:r>
              <a:rPr lang="en-US" dirty="0"/>
              <a:t>Click to add chart label</a:t>
            </a:r>
          </a:p>
        </p:txBody>
      </p:sp>
      <p:sp>
        <p:nvSpPr>
          <p:cNvPr id="10" name="Date Placeholder 9"/>
          <p:cNvSpPr>
            <a:spLocks noGrp="1"/>
          </p:cNvSpPr>
          <p:nvPr>
            <p:ph type="dt" sz="half" idx="18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13" name="Footer Placeholder 12"/>
          <p:cNvSpPr>
            <a:spLocks noGrp="1"/>
          </p:cNvSpPr>
          <p:nvPr>
            <p:ph type="ftr" sz="quarter" idx="19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14" name="Slide Number Placeholder 13"/>
          <p:cNvSpPr>
            <a:spLocks noGrp="1"/>
          </p:cNvSpPr>
          <p:nvPr>
            <p:ph type="sldNum" sz="quarter" idx="20"/>
          </p:nvPr>
        </p:nvSpPr>
        <p:spPr/>
        <p:txBody>
          <a:bodyPr/>
          <a:lstStyle/>
          <a:p>
            <a:fld id="{A2D3FCAD-823A-476E-8B64-08133BA4013A}" type="slidenum">
              <a:rPr lang="en-US" smtClean="0"/>
              <a:t>‹#›</a:t>
            </a:fld>
            <a:endParaRPr lang="en-US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5BDBB0C0-F07B-D16B-BA29-3FDC350C53CF}"/>
              </a:ext>
            </a:extLst>
          </p:cNvPr>
          <p:cNvSpPr/>
          <p:nvPr userDrawn="1"/>
        </p:nvSpPr>
        <p:spPr>
          <a:xfrm>
            <a:off x="341831" y="6551750"/>
            <a:ext cx="374947" cy="267795"/>
          </a:xfrm>
          <a:prstGeom prst="rect">
            <a:avLst/>
          </a:prstGeom>
          <a:solidFill>
            <a:srgbClr val="F2F2F2"/>
          </a:solidFill>
          <a:ln>
            <a:solidFill>
              <a:srgbClr val="F2F2F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rmAutofit fontScale="70000" lnSpcReduction="20000"/>
          </a:bodyPr>
          <a:lstStyle/>
          <a:p>
            <a:pPr algn="ctr"/>
            <a:endParaRPr lang="en-US" sz="2000" dirty="0" err="1"/>
          </a:p>
        </p:txBody>
      </p:sp>
    </p:spTree>
    <p:extLst>
      <p:ext uri="{BB962C8B-B14F-4D97-AF65-F5344CB8AC3E}">
        <p14:creationId xmlns:p14="http://schemas.microsoft.com/office/powerpoint/2010/main" val="2943795554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hart Comparison, Subtit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Chart Placeholder 8"/>
          <p:cNvSpPr>
            <a:spLocks noGrp="1"/>
          </p:cNvSpPr>
          <p:nvPr>
            <p:ph type="chart" sz="quarter" idx="16" hasCustomPrompt="1"/>
          </p:nvPr>
        </p:nvSpPr>
        <p:spPr>
          <a:xfrm>
            <a:off x="952500" y="1485900"/>
            <a:ext cx="4953000" cy="3871913"/>
          </a:xfrm>
        </p:spPr>
        <p:txBody>
          <a:bodyPr anchor="ctr"/>
          <a:lstStyle>
            <a:lvl1pPr marL="0" indent="0" algn="ctr">
              <a:buNone/>
              <a:defRPr/>
            </a:lvl1pPr>
          </a:lstStyle>
          <a:p>
            <a:r>
              <a:rPr lang="en-US" dirty="0"/>
              <a:t>Click to add chart</a:t>
            </a:r>
          </a:p>
        </p:txBody>
      </p:sp>
      <p:sp>
        <p:nvSpPr>
          <p:cNvPr id="15" name="Chart Placeholder 8"/>
          <p:cNvSpPr>
            <a:spLocks noGrp="1"/>
          </p:cNvSpPr>
          <p:nvPr>
            <p:ph type="chart" sz="quarter" idx="17" hasCustomPrompt="1"/>
          </p:nvPr>
        </p:nvSpPr>
        <p:spPr>
          <a:xfrm>
            <a:off x="6286501" y="1485900"/>
            <a:ext cx="4953000" cy="3871913"/>
          </a:xfrm>
        </p:spPr>
        <p:txBody>
          <a:bodyPr anchor="ctr"/>
          <a:lstStyle>
            <a:lvl1pPr marL="0" indent="0" algn="ctr">
              <a:buNone/>
              <a:defRPr/>
            </a:lvl1pPr>
          </a:lstStyle>
          <a:p>
            <a:r>
              <a:rPr lang="en-US" dirty="0"/>
              <a:t>Click to add chart</a:t>
            </a:r>
          </a:p>
        </p:txBody>
      </p:sp>
      <p:sp>
        <p:nvSpPr>
          <p:cNvPr id="11" name="Text Placeholder 12"/>
          <p:cNvSpPr>
            <a:spLocks noGrp="1"/>
          </p:cNvSpPr>
          <p:nvPr>
            <p:ph type="body" sz="quarter" idx="14" hasCustomPrompt="1"/>
          </p:nvPr>
        </p:nvSpPr>
        <p:spPr>
          <a:xfrm>
            <a:off x="1602236" y="5548312"/>
            <a:ext cx="3653528" cy="661988"/>
          </a:xfrm>
          <a:solidFill>
            <a:schemeClr val="accent2"/>
          </a:solidFill>
          <a:ln w="19050">
            <a:noFill/>
          </a:ln>
        </p:spPr>
        <p:txBody>
          <a:bodyPr anchor="ctr">
            <a:noAutofit/>
          </a:bodyPr>
          <a:lstStyle>
            <a:lvl1pPr marL="0" indent="0" algn="ctr">
              <a:buNone/>
              <a:defRPr sz="1800" b="1">
                <a:solidFill>
                  <a:schemeClr val="bg1"/>
                </a:solidFill>
              </a:defRPr>
            </a:lvl1pPr>
            <a:lvl2pPr marL="457200" indent="0" algn="ctr">
              <a:buNone/>
              <a:defRPr sz="18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800"/>
            </a:lvl4pPr>
            <a:lvl5pPr marL="1828800" indent="0" algn="ctr">
              <a:buNone/>
              <a:defRPr sz="1800"/>
            </a:lvl5pPr>
          </a:lstStyle>
          <a:p>
            <a:pPr lvl="0"/>
            <a:r>
              <a:rPr lang="en-US" dirty="0"/>
              <a:t>Click to add chart label</a:t>
            </a:r>
          </a:p>
        </p:txBody>
      </p:sp>
      <p:sp>
        <p:nvSpPr>
          <p:cNvPr id="12" name="Text Placeholder 12"/>
          <p:cNvSpPr>
            <a:spLocks noGrp="1"/>
          </p:cNvSpPr>
          <p:nvPr>
            <p:ph type="body" sz="quarter" idx="15" hasCustomPrompt="1"/>
          </p:nvPr>
        </p:nvSpPr>
        <p:spPr>
          <a:xfrm>
            <a:off x="6936237" y="5548312"/>
            <a:ext cx="3653528" cy="661988"/>
          </a:xfrm>
          <a:solidFill>
            <a:schemeClr val="accent2"/>
          </a:solidFill>
          <a:ln w="19050">
            <a:noFill/>
          </a:ln>
        </p:spPr>
        <p:txBody>
          <a:bodyPr anchor="ctr">
            <a:noAutofit/>
          </a:bodyPr>
          <a:lstStyle>
            <a:lvl1pPr marL="0" indent="0" algn="ctr">
              <a:buNone/>
              <a:defRPr sz="1800" b="1">
                <a:solidFill>
                  <a:schemeClr val="bg1"/>
                </a:solidFill>
              </a:defRPr>
            </a:lvl1pPr>
            <a:lvl2pPr marL="457200" indent="0" algn="ctr">
              <a:buNone/>
              <a:defRPr sz="18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800"/>
            </a:lvl4pPr>
            <a:lvl5pPr marL="1828800" indent="0" algn="ctr">
              <a:buNone/>
              <a:defRPr sz="1800"/>
            </a:lvl5pPr>
          </a:lstStyle>
          <a:p>
            <a:pPr lvl="0"/>
            <a:r>
              <a:rPr lang="en-US" dirty="0"/>
              <a:t>Click to add chart label</a:t>
            </a:r>
          </a:p>
        </p:txBody>
      </p:sp>
      <p:sp>
        <p:nvSpPr>
          <p:cNvPr id="10" name="Title 1"/>
          <p:cNvSpPr>
            <a:spLocks noGrp="1"/>
          </p:cNvSpPr>
          <p:nvPr>
            <p:ph type="title" hasCustomPrompt="1"/>
          </p:nvPr>
        </p:nvSpPr>
        <p:spPr>
          <a:xfrm>
            <a:off x="457200" y="419100"/>
            <a:ext cx="11277600" cy="342899"/>
          </a:xfrm>
        </p:spPr>
        <p:txBody>
          <a:bodyPr>
            <a:noAutofit/>
          </a:bodyPr>
          <a:lstStyle>
            <a:lvl1pPr>
              <a:defRPr sz="2800"/>
            </a:lvl1pPr>
          </a:lstStyle>
          <a:p>
            <a:r>
              <a:rPr lang="en-US" dirty="0"/>
              <a:t>Click to add title </a:t>
            </a:r>
          </a:p>
        </p:txBody>
      </p:sp>
      <p:sp>
        <p:nvSpPr>
          <p:cNvPr id="13" name="Text Placeholder 8"/>
          <p:cNvSpPr>
            <a:spLocks noGrp="1"/>
          </p:cNvSpPr>
          <p:nvPr>
            <p:ph type="body" sz="quarter" idx="13" hasCustomPrompt="1"/>
          </p:nvPr>
        </p:nvSpPr>
        <p:spPr>
          <a:xfrm>
            <a:off x="457200" y="801380"/>
            <a:ext cx="11277600" cy="379720"/>
          </a:xfrm>
        </p:spPr>
        <p:txBody>
          <a:bodyPr>
            <a:normAutofit/>
          </a:bodyPr>
          <a:lstStyle>
            <a:lvl1pPr marL="0" indent="0">
              <a:buNone/>
              <a:defRPr sz="2000" baseline="0">
                <a:solidFill>
                  <a:schemeClr val="tx2">
                    <a:lumMod val="60000"/>
                    <a:lumOff val="40000"/>
                  </a:schemeClr>
                </a:solidFill>
              </a:defRPr>
            </a:lvl1pPr>
          </a:lstStyle>
          <a:p>
            <a:r>
              <a:rPr lang="en-US" sz="2000" b="0" dirty="0"/>
              <a:t>Click to add subtitle</a:t>
            </a:r>
            <a:endParaRPr lang="en-US" sz="1600" b="0" dirty="0"/>
          </a:p>
        </p:txBody>
      </p:sp>
      <p:sp>
        <p:nvSpPr>
          <p:cNvPr id="6" name="Date Placeholder 5"/>
          <p:cNvSpPr>
            <a:spLocks noGrp="1"/>
          </p:cNvSpPr>
          <p:nvPr>
            <p:ph type="dt" sz="half" idx="18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14" name="Footer Placeholder 13"/>
          <p:cNvSpPr>
            <a:spLocks noGrp="1"/>
          </p:cNvSpPr>
          <p:nvPr>
            <p:ph type="ftr" sz="quarter" idx="19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16" name="Slide Number Placeholder 15"/>
          <p:cNvSpPr>
            <a:spLocks noGrp="1"/>
          </p:cNvSpPr>
          <p:nvPr>
            <p:ph type="sldNum" sz="quarter" idx="20"/>
          </p:nvPr>
        </p:nvSpPr>
        <p:spPr/>
        <p:txBody>
          <a:bodyPr/>
          <a:lstStyle/>
          <a:p>
            <a:fld id="{A2D3FCAD-823A-476E-8B64-08133BA4013A}" type="slidenum">
              <a:rPr lang="en-US" smtClean="0"/>
              <a:t>‹#›</a:t>
            </a:fld>
            <a:endParaRPr lang="en-US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BB64598B-4BEC-BC8F-8B9A-411FDE30EF99}"/>
              </a:ext>
            </a:extLst>
          </p:cNvPr>
          <p:cNvSpPr/>
          <p:nvPr userDrawn="1"/>
        </p:nvSpPr>
        <p:spPr>
          <a:xfrm>
            <a:off x="341831" y="6551750"/>
            <a:ext cx="374947" cy="267795"/>
          </a:xfrm>
          <a:prstGeom prst="rect">
            <a:avLst/>
          </a:prstGeom>
          <a:solidFill>
            <a:srgbClr val="F2F2F2"/>
          </a:solidFill>
          <a:ln>
            <a:solidFill>
              <a:srgbClr val="F2F2F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rmAutofit fontScale="70000" lnSpcReduction="20000"/>
          </a:bodyPr>
          <a:lstStyle/>
          <a:p>
            <a:pPr algn="ctr"/>
            <a:endParaRPr lang="en-US" sz="2000" dirty="0" err="1"/>
          </a:p>
        </p:txBody>
      </p:sp>
    </p:spTree>
    <p:extLst>
      <p:ext uri="{BB962C8B-B14F-4D97-AF65-F5344CB8AC3E}">
        <p14:creationId xmlns:p14="http://schemas.microsoft.com/office/powerpoint/2010/main" val="88957057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hree-Column Featu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Content Placeholder 2"/>
          <p:cNvSpPr>
            <a:spLocks noGrp="1"/>
          </p:cNvSpPr>
          <p:nvPr>
            <p:ph idx="1" hasCustomPrompt="1"/>
          </p:nvPr>
        </p:nvSpPr>
        <p:spPr>
          <a:xfrm>
            <a:off x="952544" y="3924301"/>
            <a:ext cx="2988364" cy="1257300"/>
          </a:xfrm>
        </p:spPr>
        <p:txBody>
          <a:bodyPr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dirty="0"/>
              <a:t>Click to add text </a:t>
            </a:r>
          </a:p>
        </p:txBody>
      </p:sp>
      <p:sp>
        <p:nvSpPr>
          <p:cNvPr id="16" name="Text Placeholder 9"/>
          <p:cNvSpPr>
            <a:spLocks noGrp="1"/>
          </p:cNvSpPr>
          <p:nvPr>
            <p:ph type="body" sz="quarter" idx="16" hasCustomPrompt="1"/>
          </p:nvPr>
        </p:nvSpPr>
        <p:spPr>
          <a:xfrm>
            <a:off x="952500" y="3619500"/>
            <a:ext cx="2988405" cy="304800"/>
          </a:xfrm>
        </p:spPr>
        <p:txBody>
          <a:bodyPr anchor="t">
            <a:noAutofit/>
          </a:bodyPr>
          <a:lstStyle>
            <a:lvl1pPr marL="0" indent="0">
              <a:buNone/>
              <a:defRPr sz="1600" b="1" baseline="0">
                <a:solidFill>
                  <a:schemeClr val="accent2"/>
                </a:solidFill>
              </a:defRPr>
            </a:lvl1pPr>
            <a:lvl2pPr marL="457200" indent="0">
              <a:buNone/>
              <a:defRPr sz="1600" b="1">
                <a:solidFill>
                  <a:schemeClr val="accent3"/>
                </a:solidFill>
              </a:defRPr>
            </a:lvl2pPr>
            <a:lvl3pPr marL="914400" indent="0">
              <a:buNone/>
              <a:defRPr sz="1600" b="1">
                <a:solidFill>
                  <a:schemeClr val="accent3"/>
                </a:solidFill>
              </a:defRPr>
            </a:lvl3pPr>
            <a:lvl4pPr marL="1371600" indent="0">
              <a:buNone/>
              <a:defRPr sz="1600" b="1">
                <a:solidFill>
                  <a:schemeClr val="accent3"/>
                </a:solidFill>
              </a:defRPr>
            </a:lvl4pPr>
            <a:lvl5pPr marL="1828800" indent="0">
              <a:buNone/>
              <a:defRPr sz="1600" b="1">
                <a:solidFill>
                  <a:schemeClr val="accent3"/>
                </a:solidFill>
              </a:defRPr>
            </a:lvl5pPr>
          </a:lstStyle>
          <a:p>
            <a:pPr lvl="0"/>
            <a:r>
              <a:rPr lang="en-US" dirty="0"/>
              <a:t>Click to add heading</a:t>
            </a:r>
          </a:p>
        </p:txBody>
      </p:sp>
      <p:sp>
        <p:nvSpPr>
          <p:cNvPr id="22" name="Content Placeholder 2"/>
          <p:cNvSpPr>
            <a:spLocks noGrp="1"/>
          </p:cNvSpPr>
          <p:nvPr>
            <p:ph idx="17" hasCustomPrompt="1"/>
          </p:nvPr>
        </p:nvSpPr>
        <p:spPr>
          <a:xfrm>
            <a:off x="4606154" y="3924301"/>
            <a:ext cx="2979692" cy="1257300"/>
          </a:xfrm>
        </p:spPr>
        <p:txBody>
          <a:bodyPr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dirty="0"/>
              <a:t>Click to add text </a:t>
            </a:r>
          </a:p>
        </p:txBody>
      </p:sp>
      <p:sp>
        <p:nvSpPr>
          <p:cNvPr id="23" name="Text Placeholder 9"/>
          <p:cNvSpPr>
            <a:spLocks noGrp="1"/>
          </p:cNvSpPr>
          <p:nvPr>
            <p:ph type="body" sz="quarter" idx="18" hasCustomPrompt="1"/>
          </p:nvPr>
        </p:nvSpPr>
        <p:spPr>
          <a:xfrm>
            <a:off x="4606109" y="3619500"/>
            <a:ext cx="2979733" cy="304800"/>
          </a:xfrm>
        </p:spPr>
        <p:txBody>
          <a:bodyPr anchor="t">
            <a:noAutofit/>
          </a:bodyPr>
          <a:lstStyle>
            <a:lvl1pPr marL="0" indent="0">
              <a:buNone/>
              <a:defRPr sz="1600" b="1" baseline="0">
                <a:solidFill>
                  <a:schemeClr val="accent2"/>
                </a:solidFill>
              </a:defRPr>
            </a:lvl1pPr>
            <a:lvl2pPr marL="457200" indent="0">
              <a:buNone/>
              <a:defRPr sz="1600" b="1">
                <a:solidFill>
                  <a:schemeClr val="accent3"/>
                </a:solidFill>
              </a:defRPr>
            </a:lvl2pPr>
            <a:lvl3pPr marL="914400" indent="0">
              <a:buNone/>
              <a:defRPr sz="1600" b="1">
                <a:solidFill>
                  <a:schemeClr val="accent3"/>
                </a:solidFill>
              </a:defRPr>
            </a:lvl3pPr>
            <a:lvl4pPr marL="1371600" indent="0">
              <a:buNone/>
              <a:defRPr sz="1600" b="1">
                <a:solidFill>
                  <a:schemeClr val="accent3"/>
                </a:solidFill>
              </a:defRPr>
            </a:lvl4pPr>
            <a:lvl5pPr marL="1828800" indent="0">
              <a:buNone/>
              <a:defRPr sz="1600" b="1">
                <a:solidFill>
                  <a:schemeClr val="accent3"/>
                </a:solidFill>
              </a:defRPr>
            </a:lvl5pPr>
          </a:lstStyle>
          <a:p>
            <a:pPr lvl="0"/>
            <a:r>
              <a:rPr lang="en-US" dirty="0"/>
              <a:t>Click to add heading</a:t>
            </a:r>
          </a:p>
        </p:txBody>
      </p:sp>
      <p:sp>
        <p:nvSpPr>
          <p:cNvPr id="24" name="Content Placeholder 2"/>
          <p:cNvSpPr>
            <a:spLocks noGrp="1"/>
          </p:cNvSpPr>
          <p:nvPr>
            <p:ph idx="19" hasCustomPrompt="1"/>
          </p:nvPr>
        </p:nvSpPr>
        <p:spPr>
          <a:xfrm>
            <a:off x="8256050" y="3924301"/>
            <a:ext cx="2983450" cy="1257300"/>
          </a:xfrm>
        </p:spPr>
        <p:txBody>
          <a:bodyPr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dirty="0"/>
              <a:t>Click to add text </a:t>
            </a:r>
          </a:p>
        </p:txBody>
      </p:sp>
      <p:sp>
        <p:nvSpPr>
          <p:cNvPr id="25" name="Text Placeholder 9"/>
          <p:cNvSpPr>
            <a:spLocks noGrp="1"/>
          </p:cNvSpPr>
          <p:nvPr>
            <p:ph type="body" sz="quarter" idx="20" hasCustomPrompt="1"/>
          </p:nvPr>
        </p:nvSpPr>
        <p:spPr>
          <a:xfrm>
            <a:off x="8257327" y="3619500"/>
            <a:ext cx="2982173" cy="304800"/>
          </a:xfrm>
        </p:spPr>
        <p:txBody>
          <a:bodyPr anchor="t">
            <a:noAutofit/>
          </a:bodyPr>
          <a:lstStyle>
            <a:lvl1pPr marL="0" indent="0">
              <a:buNone/>
              <a:defRPr sz="1600" b="1" baseline="0">
                <a:solidFill>
                  <a:schemeClr val="accent2"/>
                </a:solidFill>
              </a:defRPr>
            </a:lvl1pPr>
            <a:lvl2pPr marL="457200" indent="0">
              <a:buNone/>
              <a:defRPr sz="1600" b="1">
                <a:solidFill>
                  <a:schemeClr val="accent3"/>
                </a:solidFill>
              </a:defRPr>
            </a:lvl2pPr>
            <a:lvl3pPr marL="914400" indent="0">
              <a:buNone/>
              <a:defRPr sz="1600" b="1">
                <a:solidFill>
                  <a:schemeClr val="accent3"/>
                </a:solidFill>
              </a:defRPr>
            </a:lvl3pPr>
            <a:lvl4pPr marL="1371600" indent="0">
              <a:buNone/>
              <a:defRPr sz="1600" b="1">
                <a:solidFill>
                  <a:schemeClr val="accent3"/>
                </a:solidFill>
              </a:defRPr>
            </a:lvl4pPr>
            <a:lvl5pPr marL="1828800" indent="0">
              <a:buNone/>
              <a:defRPr sz="1600" b="1">
                <a:solidFill>
                  <a:schemeClr val="accent3"/>
                </a:solidFill>
              </a:defRPr>
            </a:lvl5pPr>
          </a:lstStyle>
          <a:p>
            <a:pPr lvl="0"/>
            <a:r>
              <a:rPr lang="en-US" dirty="0"/>
              <a:t>Click to add heading</a:t>
            </a:r>
          </a:p>
        </p:txBody>
      </p:sp>
      <p:cxnSp>
        <p:nvCxnSpPr>
          <p:cNvPr id="3" name="Straight Connector 2"/>
          <p:cNvCxnSpPr/>
          <p:nvPr/>
        </p:nvCxnSpPr>
        <p:spPr>
          <a:xfrm>
            <a:off x="4277927" y="1181100"/>
            <a:ext cx="0" cy="4000500"/>
          </a:xfrm>
          <a:prstGeom prst="line">
            <a:avLst/>
          </a:prstGeom>
          <a:ln>
            <a:solidFill>
              <a:schemeClr val="bg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" name="Straight Connector 25"/>
          <p:cNvCxnSpPr/>
          <p:nvPr/>
        </p:nvCxnSpPr>
        <p:spPr>
          <a:xfrm>
            <a:off x="7920948" y="1181100"/>
            <a:ext cx="0" cy="4000500"/>
          </a:xfrm>
          <a:prstGeom prst="line">
            <a:avLst/>
          </a:prstGeom>
          <a:ln>
            <a:solidFill>
              <a:schemeClr val="bg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Picture Placeholder 8"/>
          <p:cNvSpPr>
            <a:spLocks noGrp="1"/>
          </p:cNvSpPr>
          <p:nvPr>
            <p:ph type="pic" sz="quarter" idx="21" hasCustomPrompt="1"/>
          </p:nvPr>
        </p:nvSpPr>
        <p:spPr>
          <a:xfrm>
            <a:off x="952500" y="1181100"/>
            <a:ext cx="2988409" cy="2228937"/>
          </a:xfrm>
          <a:solidFill>
            <a:schemeClr val="bg1">
              <a:lumMod val="85000"/>
            </a:schemeClr>
          </a:solidFill>
        </p:spPr>
        <p:txBody>
          <a:bodyPr anchor="ctr"/>
          <a:lstStyle>
            <a:lvl1pPr marL="0" indent="0" algn="ctr">
              <a:buNone/>
              <a:defRPr/>
            </a:lvl1pPr>
          </a:lstStyle>
          <a:p>
            <a:r>
              <a:rPr lang="en-US" dirty="0"/>
              <a:t>Click to add image</a:t>
            </a:r>
          </a:p>
        </p:txBody>
      </p:sp>
      <p:sp>
        <p:nvSpPr>
          <p:cNvPr id="27" name="Picture Placeholder 8"/>
          <p:cNvSpPr>
            <a:spLocks noGrp="1"/>
          </p:cNvSpPr>
          <p:nvPr>
            <p:ph type="pic" sz="quarter" idx="22" hasCustomPrompt="1"/>
          </p:nvPr>
        </p:nvSpPr>
        <p:spPr>
          <a:xfrm>
            <a:off x="4606105" y="1181100"/>
            <a:ext cx="2979737" cy="2228937"/>
          </a:xfrm>
          <a:solidFill>
            <a:schemeClr val="bg1">
              <a:lumMod val="85000"/>
            </a:schemeClr>
          </a:solidFill>
        </p:spPr>
        <p:txBody>
          <a:bodyPr anchor="ctr"/>
          <a:lstStyle>
            <a:lvl1pPr marL="0" indent="0" algn="ctr">
              <a:buNone/>
              <a:defRPr/>
            </a:lvl1pPr>
          </a:lstStyle>
          <a:p>
            <a:r>
              <a:rPr lang="en-US" dirty="0"/>
              <a:t>Click to add image</a:t>
            </a:r>
          </a:p>
        </p:txBody>
      </p:sp>
      <p:sp>
        <p:nvSpPr>
          <p:cNvPr id="28" name="Picture Placeholder 8"/>
          <p:cNvSpPr>
            <a:spLocks noGrp="1"/>
          </p:cNvSpPr>
          <p:nvPr>
            <p:ph type="pic" sz="quarter" idx="23" hasCustomPrompt="1"/>
          </p:nvPr>
        </p:nvSpPr>
        <p:spPr>
          <a:xfrm>
            <a:off x="8257323" y="1181100"/>
            <a:ext cx="2982177" cy="2228937"/>
          </a:xfrm>
          <a:solidFill>
            <a:schemeClr val="bg1">
              <a:lumMod val="85000"/>
            </a:schemeClr>
          </a:solidFill>
        </p:spPr>
        <p:txBody>
          <a:bodyPr anchor="ctr"/>
          <a:lstStyle>
            <a:lvl1pPr marL="0" indent="0" algn="ctr">
              <a:buNone/>
              <a:defRPr/>
            </a:lvl1pPr>
          </a:lstStyle>
          <a:p>
            <a:r>
              <a:rPr lang="en-US" dirty="0"/>
              <a:t>Click to add image</a:t>
            </a:r>
          </a:p>
        </p:txBody>
      </p:sp>
      <p:sp>
        <p:nvSpPr>
          <p:cNvPr id="18" name="Title 1"/>
          <p:cNvSpPr>
            <a:spLocks noGrp="1"/>
          </p:cNvSpPr>
          <p:nvPr>
            <p:ph type="title" hasCustomPrompt="1"/>
          </p:nvPr>
        </p:nvSpPr>
        <p:spPr>
          <a:xfrm>
            <a:off x="457200" y="419100"/>
            <a:ext cx="11277600" cy="766450"/>
          </a:xfrm>
        </p:spPr>
        <p:txBody>
          <a:bodyPr/>
          <a:lstStyle/>
          <a:p>
            <a:r>
              <a:rPr lang="en-US" dirty="0"/>
              <a:t>Click to add title</a:t>
            </a:r>
          </a:p>
        </p:txBody>
      </p:sp>
      <p:sp>
        <p:nvSpPr>
          <p:cNvPr id="17" name="Text Placeholder 12"/>
          <p:cNvSpPr>
            <a:spLocks noGrp="1"/>
          </p:cNvSpPr>
          <p:nvPr>
            <p:ph type="body" sz="quarter" idx="14" hasCustomPrompt="1"/>
          </p:nvPr>
        </p:nvSpPr>
        <p:spPr>
          <a:xfrm>
            <a:off x="952500" y="5548312"/>
            <a:ext cx="10286999" cy="661988"/>
          </a:xfrm>
          <a:solidFill>
            <a:schemeClr val="accent2"/>
          </a:solidFill>
          <a:ln w="19050">
            <a:noFill/>
          </a:ln>
        </p:spPr>
        <p:txBody>
          <a:bodyPr anchor="ctr">
            <a:noAutofit/>
          </a:bodyPr>
          <a:lstStyle>
            <a:lvl1pPr marL="0" indent="0" algn="ctr">
              <a:buNone/>
              <a:defRPr sz="1800" b="1">
                <a:solidFill>
                  <a:schemeClr val="bg1"/>
                </a:solidFill>
              </a:defRPr>
            </a:lvl1pPr>
            <a:lvl2pPr marL="457200" indent="0" algn="ctr">
              <a:buNone/>
              <a:defRPr sz="18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800"/>
            </a:lvl4pPr>
            <a:lvl5pPr marL="1828800" indent="0" algn="ctr">
              <a:buNone/>
              <a:defRPr sz="1800"/>
            </a:lvl5pPr>
          </a:lstStyle>
          <a:p>
            <a:pPr lvl="0"/>
            <a:r>
              <a:rPr lang="en-US" dirty="0"/>
              <a:t>Click to add callout text</a:t>
            </a:r>
          </a:p>
        </p:txBody>
      </p:sp>
      <p:sp>
        <p:nvSpPr>
          <p:cNvPr id="10" name="Date Placeholder 9"/>
          <p:cNvSpPr>
            <a:spLocks noGrp="1"/>
          </p:cNvSpPr>
          <p:nvPr>
            <p:ph type="dt" sz="half" idx="24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12" name="Footer Placeholder 11"/>
          <p:cNvSpPr>
            <a:spLocks noGrp="1"/>
          </p:cNvSpPr>
          <p:nvPr>
            <p:ph type="ftr" sz="quarter" idx="25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13" name="Slide Number Placeholder 12"/>
          <p:cNvSpPr>
            <a:spLocks noGrp="1"/>
          </p:cNvSpPr>
          <p:nvPr>
            <p:ph type="sldNum" sz="quarter" idx="26"/>
          </p:nvPr>
        </p:nvSpPr>
        <p:spPr/>
        <p:txBody>
          <a:bodyPr/>
          <a:lstStyle/>
          <a:p>
            <a:fld id="{A2D3FCAD-823A-476E-8B64-08133BA4013A}" type="slidenum">
              <a:rPr lang="en-US" smtClean="0"/>
              <a:t>‹#›</a:t>
            </a:fld>
            <a:endParaRPr lang="en-US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C3BDAC03-5FCE-5C6D-BC7C-E015DF7C4154}"/>
              </a:ext>
            </a:extLst>
          </p:cNvPr>
          <p:cNvSpPr/>
          <p:nvPr userDrawn="1"/>
        </p:nvSpPr>
        <p:spPr>
          <a:xfrm>
            <a:off x="341831" y="6551750"/>
            <a:ext cx="374947" cy="267795"/>
          </a:xfrm>
          <a:prstGeom prst="rect">
            <a:avLst/>
          </a:prstGeom>
          <a:solidFill>
            <a:srgbClr val="F2F2F2"/>
          </a:solidFill>
          <a:ln>
            <a:solidFill>
              <a:srgbClr val="F2F2F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rmAutofit fontScale="70000" lnSpcReduction="20000"/>
          </a:bodyPr>
          <a:lstStyle/>
          <a:p>
            <a:pPr algn="ctr"/>
            <a:endParaRPr lang="en-US" sz="2000" dirty="0" err="1"/>
          </a:p>
        </p:txBody>
      </p:sp>
    </p:spTree>
    <p:extLst>
      <p:ext uri="{BB962C8B-B14F-4D97-AF65-F5344CB8AC3E}">
        <p14:creationId xmlns:p14="http://schemas.microsoft.com/office/powerpoint/2010/main" val="4109331596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hree-Column Feature, Subtit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Content Placeholder 2"/>
          <p:cNvSpPr>
            <a:spLocks noGrp="1"/>
          </p:cNvSpPr>
          <p:nvPr>
            <p:ph idx="1" hasCustomPrompt="1"/>
          </p:nvPr>
        </p:nvSpPr>
        <p:spPr>
          <a:xfrm>
            <a:off x="952544" y="4229101"/>
            <a:ext cx="2988364" cy="952500"/>
          </a:xfrm>
        </p:spPr>
        <p:txBody>
          <a:bodyPr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dirty="0"/>
              <a:t>Click to add text </a:t>
            </a:r>
          </a:p>
        </p:txBody>
      </p:sp>
      <p:sp>
        <p:nvSpPr>
          <p:cNvPr id="16" name="Text Placeholder 9"/>
          <p:cNvSpPr>
            <a:spLocks noGrp="1"/>
          </p:cNvSpPr>
          <p:nvPr>
            <p:ph type="body" sz="quarter" idx="16" hasCustomPrompt="1"/>
          </p:nvPr>
        </p:nvSpPr>
        <p:spPr>
          <a:xfrm>
            <a:off x="952500" y="3924300"/>
            <a:ext cx="2988405" cy="304800"/>
          </a:xfrm>
        </p:spPr>
        <p:txBody>
          <a:bodyPr anchor="t">
            <a:noAutofit/>
          </a:bodyPr>
          <a:lstStyle>
            <a:lvl1pPr marL="0" indent="0">
              <a:buNone/>
              <a:defRPr sz="1600" b="1" baseline="0">
                <a:solidFill>
                  <a:schemeClr val="accent2"/>
                </a:solidFill>
              </a:defRPr>
            </a:lvl1pPr>
            <a:lvl2pPr marL="457200" indent="0">
              <a:buNone/>
              <a:defRPr sz="1600" b="1">
                <a:solidFill>
                  <a:schemeClr val="accent3"/>
                </a:solidFill>
              </a:defRPr>
            </a:lvl2pPr>
            <a:lvl3pPr marL="914400" indent="0">
              <a:buNone/>
              <a:defRPr sz="1600" b="1">
                <a:solidFill>
                  <a:schemeClr val="accent3"/>
                </a:solidFill>
              </a:defRPr>
            </a:lvl3pPr>
            <a:lvl4pPr marL="1371600" indent="0">
              <a:buNone/>
              <a:defRPr sz="1600" b="1">
                <a:solidFill>
                  <a:schemeClr val="accent3"/>
                </a:solidFill>
              </a:defRPr>
            </a:lvl4pPr>
            <a:lvl5pPr marL="1828800" indent="0">
              <a:buNone/>
              <a:defRPr sz="1600" b="1">
                <a:solidFill>
                  <a:schemeClr val="accent3"/>
                </a:solidFill>
              </a:defRPr>
            </a:lvl5pPr>
          </a:lstStyle>
          <a:p>
            <a:pPr lvl="0"/>
            <a:r>
              <a:rPr lang="en-US" dirty="0"/>
              <a:t>Click to add heading</a:t>
            </a:r>
          </a:p>
        </p:txBody>
      </p:sp>
      <p:sp>
        <p:nvSpPr>
          <p:cNvPr id="22" name="Content Placeholder 2"/>
          <p:cNvSpPr>
            <a:spLocks noGrp="1"/>
          </p:cNvSpPr>
          <p:nvPr>
            <p:ph idx="17" hasCustomPrompt="1"/>
          </p:nvPr>
        </p:nvSpPr>
        <p:spPr>
          <a:xfrm>
            <a:off x="4606154" y="4229101"/>
            <a:ext cx="2979692" cy="952500"/>
          </a:xfrm>
        </p:spPr>
        <p:txBody>
          <a:bodyPr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dirty="0"/>
              <a:t>Click to add text </a:t>
            </a:r>
          </a:p>
        </p:txBody>
      </p:sp>
      <p:sp>
        <p:nvSpPr>
          <p:cNvPr id="23" name="Text Placeholder 9"/>
          <p:cNvSpPr>
            <a:spLocks noGrp="1"/>
          </p:cNvSpPr>
          <p:nvPr>
            <p:ph type="body" sz="quarter" idx="18" hasCustomPrompt="1"/>
          </p:nvPr>
        </p:nvSpPr>
        <p:spPr>
          <a:xfrm>
            <a:off x="4606109" y="3924300"/>
            <a:ext cx="2979733" cy="304800"/>
          </a:xfrm>
        </p:spPr>
        <p:txBody>
          <a:bodyPr anchor="t">
            <a:noAutofit/>
          </a:bodyPr>
          <a:lstStyle>
            <a:lvl1pPr marL="0" indent="0">
              <a:buNone/>
              <a:defRPr sz="1600" b="1" baseline="0">
                <a:solidFill>
                  <a:schemeClr val="accent2"/>
                </a:solidFill>
              </a:defRPr>
            </a:lvl1pPr>
            <a:lvl2pPr marL="457200" indent="0">
              <a:buNone/>
              <a:defRPr sz="1600" b="1">
                <a:solidFill>
                  <a:schemeClr val="accent3"/>
                </a:solidFill>
              </a:defRPr>
            </a:lvl2pPr>
            <a:lvl3pPr marL="914400" indent="0">
              <a:buNone/>
              <a:defRPr sz="1600" b="1">
                <a:solidFill>
                  <a:schemeClr val="accent3"/>
                </a:solidFill>
              </a:defRPr>
            </a:lvl3pPr>
            <a:lvl4pPr marL="1371600" indent="0">
              <a:buNone/>
              <a:defRPr sz="1600" b="1">
                <a:solidFill>
                  <a:schemeClr val="accent3"/>
                </a:solidFill>
              </a:defRPr>
            </a:lvl4pPr>
            <a:lvl5pPr marL="1828800" indent="0">
              <a:buNone/>
              <a:defRPr sz="1600" b="1">
                <a:solidFill>
                  <a:schemeClr val="accent3"/>
                </a:solidFill>
              </a:defRPr>
            </a:lvl5pPr>
          </a:lstStyle>
          <a:p>
            <a:pPr lvl="0"/>
            <a:r>
              <a:rPr lang="en-US" dirty="0"/>
              <a:t>Click to add heading</a:t>
            </a:r>
          </a:p>
        </p:txBody>
      </p:sp>
      <p:sp>
        <p:nvSpPr>
          <p:cNvPr id="24" name="Content Placeholder 2"/>
          <p:cNvSpPr>
            <a:spLocks noGrp="1"/>
          </p:cNvSpPr>
          <p:nvPr>
            <p:ph idx="19" hasCustomPrompt="1"/>
          </p:nvPr>
        </p:nvSpPr>
        <p:spPr>
          <a:xfrm>
            <a:off x="8256050" y="4229101"/>
            <a:ext cx="2983450" cy="952500"/>
          </a:xfrm>
        </p:spPr>
        <p:txBody>
          <a:bodyPr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dirty="0"/>
              <a:t>Click to add text </a:t>
            </a:r>
          </a:p>
        </p:txBody>
      </p:sp>
      <p:sp>
        <p:nvSpPr>
          <p:cNvPr id="25" name="Text Placeholder 9"/>
          <p:cNvSpPr>
            <a:spLocks noGrp="1"/>
          </p:cNvSpPr>
          <p:nvPr>
            <p:ph type="body" sz="quarter" idx="20" hasCustomPrompt="1"/>
          </p:nvPr>
        </p:nvSpPr>
        <p:spPr>
          <a:xfrm>
            <a:off x="8257327" y="3924300"/>
            <a:ext cx="2982173" cy="304800"/>
          </a:xfrm>
        </p:spPr>
        <p:txBody>
          <a:bodyPr anchor="t">
            <a:noAutofit/>
          </a:bodyPr>
          <a:lstStyle>
            <a:lvl1pPr marL="0" indent="0">
              <a:buNone/>
              <a:defRPr sz="1600" b="1" baseline="0">
                <a:solidFill>
                  <a:schemeClr val="accent2"/>
                </a:solidFill>
              </a:defRPr>
            </a:lvl1pPr>
            <a:lvl2pPr marL="457200" indent="0">
              <a:buNone/>
              <a:defRPr sz="1600" b="1">
                <a:solidFill>
                  <a:schemeClr val="accent3"/>
                </a:solidFill>
              </a:defRPr>
            </a:lvl2pPr>
            <a:lvl3pPr marL="914400" indent="0">
              <a:buNone/>
              <a:defRPr sz="1600" b="1">
                <a:solidFill>
                  <a:schemeClr val="accent3"/>
                </a:solidFill>
              </a:defRPr>
            </a:lvl3pPr>
            <a:lvl4pPr marL="1371600" indent="0">
              <a:buNone/>
              <a:defRPr sz="1600" b="1">
                <a:solidFill>
                  <a:schemeClr val="accent3"/>
                </a:solidFill>
              </a:defRPr>
            </a:lvl4pPr>
            <a:lvl5pPr marL="1828800" indent="0">
              <a:buNone/>
              <a:defRPr sz="1600" b="1">
                <a:solidFill>
                  <a:schemeClr val="accent3"/>
                </a:solidFill>
              </a:defRPr>
            </a:lvl5pPr>
          </a:lstStyle>
          <a:p>
            <a:pPr lvl="0"/>
            <a:r>
              <a:rPr lang="en-US" dirty="0"/>
              <a:t>Click to add heading</a:t>
            </a:r>
          </a:p>
        </p:txBody>
      </p:sp>
      <p:cxnSp>
        <p:nvCxnSpPr>
          <p:cNvPr id="3" name="Straight Connector 2"/>
          <p:cNvCxnSpPr/>
          <p:nvPr/>
        </p:nvCxnSpPr>
        <p:spPr>
          <a:xfrm>
            <a:off x="4277927" y="1485900"/>
            <a:ext cx="0" cy="3695700"/>
          </a:xfrm>
          <a:prstGeom prst="line">
            <a:avLst/>
          </a:prstGeom>
          <a:ln>
            <a:solidFill>
              <a:schemeClr val="bg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" name="Straight Connector 25"/>
          <p:cNvCxnSpPr/>
          <p:nvPr/>
        </p:nvCxnSpPr>
        <p:spPr>
          <a:xfrm>
            <a:off x="7920948" y="1485900"/>
            <a:ext cx="0" cy="3695700"/>
          </a:xfrm>
          <a:prstGeom prst="line">
            <a:avLst/>
          </a:prstGeom>
          <a:ln>
            <a:solidFill>
              <a:schemeClr val="bg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Picture Placeholder 8"/>
          <p:cNvSpPr>
            <a:spLocks noGrp="1"/>
          </p:cNvSpPr>
          <p:nvPr>
            <p:ph type="pic" sz="quarter" idx="21" hasCustomPrompt="1"/>
          </p:nvPr>
        </p:nvSpPr>
        <p:spPr>
          <a:xfrm>
            <a:off x="952500" y="1485899"/>
            <a:ext cx="2988409" cy="2231136"/>
          </a:xfrm>
          <a:solidFill>
            <a:schemeClr val="bg1">
              <a:lumMod val="85000"/>
            </a:schemeClr>
          </a:solidFill>
        </p:spPr>
        <p:txBody>
          <a:bodyPr anchor="ctr"/>
          <a:lstStyle>
            <a:lvl1pPr marL="0" indent="0" algn="ctr">
              <a:buNone/>
              <a:defRPr/>
            </a:lvl1pPr>
          </a:lstStyle>
          <a:p>
            <a:r>
              <a:rPr lang="en-US" dirty="0"/>
              <a:t>Click to add image</a:t>
            </a:r>
          </a:p>
        </p:txBody>
      </p:sp>
      <p:sp>
        <p:nvSpPr>
          <p:cNvPr id="27" name="Picture Placeholder 8"/>
          <p:cNvSpPr>
            <a:spLocks noGrp="1"/>
          </p:cNvSpPr>
          <p:nvPr>
            <p:ph type="pic" sz="quarter" idx="22" hasCustomPrompt="1"/>
          </p:nvPr>
        </p:nvSpPr>
        <p:spPr>
          <a:xfrm>
            <a:off x="4606105" y="1485900"/>
            <a:ext cx="2979737" cy="2228937"/>
          </a:xfrm>
          <a:solidFill>
            <a:schemeClr val="bg1">
              <a:lumMod val="85000"/>
            </a:schemeClr>
          </a:solidFill>
        </p:spPr>
        <p:txBody>
          <a:bodyPr anchor="ctr"/>
          <a:lstStyle>
            <a:lvl1pPr marL="0" indent="0" algn="ctr">
              <a:buNone/>
              <a:defRPr/>
            </a:lvl1pPr>
          </a:lstStyle>
          <a:p>
            <a:r>
              <a:rPr lang="en-US" dirty="0"/>
              <a:t>Click to add image</a:t>
            </a:r>
          </a:p>
        </p:txBody>
      </p:sp>
      <p:sp>
        <p:nvSpPr>
          <p:cNvPr id="28" name="Picture Placeholder 8"/>
          <p:cNvSpPr>
            <a:spLocks noGrp="1"/>
          </p:cNvSpPr>
          <p:nvPr>
            <p:ph type="pic" sz="quarter" idx="23" hasCustomPrompt="1"/>
          </p:nvPr>
        </p:nvSpPr>
        <p:spPr>
          <a:xfrm>
            <a:off x="8257323" y="1485900"/>
            <a:ext cx="2982177" cy="2228937"/>
          </a:xfrm>
          <a:solidFill>
            <a:schemeClr val="bg1">
              <a:lumMod val="85000"/>
            </a:schemeClr>
          </a:solidFill>
        </p:spPr>
        <p:txBody>
          <a:bodyPr anchor="ctr"/>
          <a:lstStyle>
            <a:lvl1pPr marL="0" indent="0" algn="ctr">
              <a:buNone/>
              <a:defRPr/>
            </a:lvl1pPr>
          </a:lstStyle>
          <a:p>
            <a:r>
              <a:rPr lang="en-US" dirty="0"/>
              <a:t>Click to add image</a:t>
            </a:r>
          </a:p>
        </p:txBody>
      </p:sp>
      <p:sp>
        <p:nvSpPr>
          <p:cNvPr id="17" name="Title 1"/>
          <p:cNvSpPr>
            <a:spLocks noGrp="1"/>
          </p:cNvSpPr>
          <p:nvPr>
            <p:ph type="title" hasCustomPrompt="1"/>
          </p:nvPr>
        </p:nvSpPr>
        <p:spPr>
          <a:xfrm>
            <a:off x="457200" y="419100"/>
            <a:ext cx="11277600" cy="342899"/>
          </a:xfrm>
        </p:spPr>
        <p:txBody>
          <a:bodyPr>
            <a:noAutofit/>
          </a:bodyPr>
          <a:lstStyle>
            <a:lvl1pPr>
              <a:defRPr sz="2800"/>
            </a:lvl1pPr>
          </a:lstStyle>
          <a:p>
            <a:r>
              <a:rPr lang="en-US" dirty="0"/>
              <a:t>Click to add title </a:t>
            </a:r>
          </a:p>
        </p:txBody>
      </p:sp>
      <p:sp>
        <p:nvSpPr>
          <p:cNvPr id="19" name="Text Placeholder 8"/>
          <p:cNvSpPr>
            <a:spLocks noGrp="1"/>
          </p:cNvSpPr>
          <p:nvPr>
            <p:ph type="body" sz="quarter" idx="13" hasCustomPrompt="1"/>
          </p:nvPr>
        </p:nvSpPr>
        <p:spPr>
          <a:xfrm>
            <a:off x="457200" y="801380"/>
            <a:ext cx="11277600" cy="379720"/>
          </a:xfrm>
        </p:spPr>
        <p:txBody>
          <a:bodyPr>
            <a:normAutofit/>
          </a:bodyPr>
          <a:lstStyle>
            <a:lvl1pPr marL="0" indent="0">
              <a:buNone/>
              <a:defRPr sz="2000" baseline="0">
                <a:solidFill>
                  <a:schemeClr val="tx2">
                    <a:lumMod val="60000"/>
                    <a:lumOff val="40000"/>
                  </a:schemeClr>
                </a:solidFill>
              </a:defRPr>
            </a:lvl1pPr>
          </a:lstStyle>
          <a:p>
            <a:r>
              <a:rPr lang="en-US" sz="2000" b="0" dirty="0"/>
              <a:t>Click to add subtitle</a:t>
            </a:r>
            <a:endParaRPr lang="en-US" sz="1600" b="0" dirty="0"/>
          </a:p>
        </p:txBody>
      </p:sp>
      <p:sp>
        <p:nvSpPr>
          <p:cNvPr id="20" name="Text Placeholder 12"/>
          <p:cNvSpPr>
            <a:spLocks noGrp="1"/>
          </p:cNvSpPr>
          <p:nvPr>
            <p:ph type="body" sz="quarter" idx="14" hasCustomPrompt="1"/>
          </p:nvPr>
        </p:nvSpPr>
        <p:spPr>
          <a:xfrm>
            <a:off x="952500" y="5548314"/>
            <a:ext cx="10286999" cy="661986"/>
          </a:xfrm>
          <a:solidFill>
            <a:schemeClr val="accent2"/>
          </a:solidFill>
          <a:ln w="19050">
            <a:noFill/>
          </a:ln>
        </p:spPr>
        <p:txBody>
          <a:bodyPr anchor="ctr">
            <a:noAutofit/>
          </a:bodyPr>
          <a:lstStyle>
            <a:lvl1pPr marL="0" indent="0" algn="ctr">
              <a:buNone/>
              <a:defRPr sz="1800" b="1">
                <a:solidFill>
                  <a:schemeClr val="bg1"/>
                </a:solidFill>
              </a:defRPr>
            </a:lvl1pPr>
            <a:lvl2pPr marL="457200" indent="0" algn="ctr">
              <a:buNone/>
              <a:defRPr sz="18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800"/>
            </a:lvl4pPr>
            <a:lvl5pPr marL="1828800" indent="0" algn="ctr">
              <a:buNone/>
              <a:defRPr sz="1800"/>
            </a:lvl5pPr>
          </a:lstStyle>
          <a:p>
            <a:pPr lvl="0"/>
            <a:r>
              <a:rPr lang="en-US" dirty="0"/>
              <a:t>Click to add callout text</a:t>
            </a:r>
          </a:p>
        </p:txBody>
      </p:sp>
      <p:sp>
        <p:nvSpPr>
          <p:cNvPr id="10" name="Date Placeholder 9"/>
          <p:cNvSpPr>
            <a:spLocks noGrp="1"/>
          </p:cNvSpPr>
          <p:nvPr>
            <p:ph type="dt" sz="half" idx="24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12" name="Footer Placeholder 11"/>
          <p:cNvSpPr>
            <a:spLocks noGrp="1"/>
          </p:cNvSpPr>
          <p:nvPr>
            <p:ph type="ftr" sz="quarter" idx="25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13" name="Slide Number Placeholder 12"/>
          <p:cNvSpPr>
            <a:spLocks noGrp="1"/>
          </p:cNvSpPr>
          <p:nvPr>
            <p:ph type="sldNum" sz="quarter" idx="26"/>
          </p:nvPr>
        </p:nvSpPr>
        <p:spPr/>
        <p:txBody>
          <a:bodyPr/>
          <a:lstStyle/>
          <a:p>
            <a:fld id="{A2D3FCAD-823A-476E-8B64-08133BA4013A}" type="slidenum">
              <a:rPr lang="en-US" smtClean="0"/>
              <a:t>‹#›</a:t>
            </a:fld>
            <a:endParaRPr lang="en-US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20DCCCDD-6A2F-F551-BAAE-3C7D1EB06884}"/>
              </a:ext>
            </a:extLst>
          </p:cNvPr>
          <p:cNvSpPr/>
          <p:nvPr userDrawn="1"/>
        </p:nvSpPr>
        <p:spPr>
          <a:xfrm>
            <a:off x="341831" y="6551750"/>
            <a:ext cx="374947" cy="267795"/>
          </a:xfrm>
          <a:prstGeom prst="rect">
            <a:avLst/>
          </a:prstGeom>
          <a:solidFill>
            <a:srgbClr val="F2F2F2"/>
          </a:solidFill>
          <a:ln>
            <a:solidFill>
              <a:srgbClr val="F2F2F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rmAutofit fontScale="70000" lnSpcReduction="20000"/>
          </a:bodyPr>
          <a:lstStyle/>
          <a:p>
            <a:pPr algn="ctr"/>
            <a:endParaRPr lang="en-US" sz="2000" dirty="0" err="1"/>
          </a:p>
        </p:txBody>
      </p:sp>
    </p:spTree>
    <p:extLst>
      <p:ext uri="{BB962C8B-B14F-4D97-AF65-F5344CB8AC3E}">
        <p14:creationId xmlns:p14="http://schemas.microsoft.com/office/powerpoint/2010/main" val="3897468751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Four-Column Featu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Content Placeholder 2"/>
          <p:cNvSpPr>
            <a:spLocks noGrp="1"/>
          </p:cNvSpPr>
          <p:nvPr>
            <p:ph idx="1" hasCustomPrompt="1"/>
          </p:nvPr>
        </p:nvSpPr>
        <p:spPr>
          <a:xfrm>
            <a:off x="952544" y="3938459"/>
            <a:ext cx="2301354" cy="1243142"/>
          </a:xfrm>
        </p:spPr>
        <p:txBody>
          <a:bodyPr>
            <a:normAutofit/>
          </a:bodyPr>
          <a:lstStyle>
            <a:lvl1pPr marL="0" indent="0">
              <a:spcBef>
                <a:spcPts val="600"/>
              </a:spcBef>
              <a:spcAft>
                <a:spcPts val="0"/>
              </a:spcAft>
              <a:buNone/>
              <a:defRPr sz="1400"/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dirty="0"/>
              <a:t>Click to add text </a:t>
            </a:r>
          </a:p>
        </p:txBody>
      </p:sp>
      <p:sp>
        <p:nvSpPr>
          <p:cNvPr id="16" name="Text Placeholder 9"/>
          <p:cNvSpPr>
            <a:spLocks noGrp="1"/>
          </p:cNvSpPr>
          <p:nvPr>
            <p:ph type="body" sz="quarter" idx="16" hasCustomPrompt="1"/>
          </p:nvPr>
        </p:nvSpPr>
        <p:spPr>
          <a:xfrm>
            <a:off x="952501" y="3633658"/>
            <a:ext cx="2301386" cy="304800"/>
          </a:xfrm>
        </p:spPr>
        <p:txBody>
          <a:bodyPr anchor="t">
            <a:noAutofit/>
          </a:bodyPr>
          <a:lstStyle>
            <a:lvl1pPr marL="0" indent="0">
              <a:buNone/>
              <a:defRPr sz="1600" b="1" baseline="0">
                <a:solidFill>
                  <a:schemeClr val="accent2"/>
                </a:solidFill>
              </a:defRPr>
            </a:lvl1pPr>
            <a:lvl2pPr marL="457200" indent="0">
              <a:buNone/>
              <a:defRPr sz="1600" b="1">
                <a:solidFill>
                  <a:schemeClr val="accent3"/>
                </a:solidFill>
              </a:defRPr>
            </a:lvl2pPr>
            <a:lvl3pPr marL="914400" indent="0">
              <a:buNone/>
              <a:defRPr sz="1600" b="1">
                <a:solidFill>
                  <a:schemeClr val="accent3"/>
                </a:solidFill>
              </a:defRPr>
            </a:lvl3pPr>
            <a:lvl4pPr marL="1371600" indent="0">
              <a:buNone/>
              <a:defRPr sz="1600" b="1">
                <a:solidFill>
                  <a:schemeClr val="accent3"/>
                </a:solidFill>
              </a:defRPr>
            </a:lvl4pPr>
            <a:lvl5pPr marL="1828800" indent="0">
              <a:buNone/>
              <a:defRPr sz="1600" b="1">
                <a:solidFill>
                  <a:schemeClr val="accent3"/>
                </a:solidFill>
              </a:defRPr>
            </a:lvl5pPr>
          </a:lstStyle>
          <a:p>
            <a:pPr lvl="0"/>
            <a:r>
              <a:rPr lang="en-US" dirty="0"/>
              <a:t>Click to add heading</a:t>
            </a:r>
          </a:p>
        </p:txBody>
      </p:sp>
      <p:sp>
        <p:nvSpPr>
          <p:cNvPr id="22" name="Content Placeholder 2"/>
          <p:cNvSpPr>
            <a:spLocks noGrp="1"/>
          </p:cNvSpPr>
          <p:nvPr>
            <p:ph idx="17" hasCustomPrompt="1"/>
          </p:nvPr>
        </p:nvSpPr>
        <p:spPr>
          <a:xfrm>
            <a:off x="3592038" y="3938459"/>
            <a:ext cx="2332240" cy="1243142"/>
          </a:xfrm>
        </p:spPr>
        <p:txBody>
          <a:bodyPr>
            <a:normAutofit/>
          </a:bodyPr>
          <a:lstStyle>
            <a:lvl1pPr marL="0" indent="0">
              <a:spcBef>
                <a:spcPts val="600"/>
              </a:spcBef>
              <a:buNone/>
              <a:defRPr sz="1400"/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dirty="0"/>
              <a:t>Click to add text </a:t>
            </a:r>
          </a:p>
        </p:txBody>
      </p:sp>
      <p:sp>
        <p:nvSpPr>
          <p:cNvPr id="23" name="Text Placeholder 9"/>
          <p:cNvSpPr>
            <a:spLocks noGrp="1"/>
          </p:cNvSpPr>
          <p:nvPr>
            <p:ph type="body" sz="quarter" idx="18" hasCustomPrompt="1"/>
          </p:nvPr>
        </p:nvSpPr>
        <p:spPr>
          <a:xfrm>
            <a:off x="3591980" y="3633658"/>
            <a:ext cx="2332272" cy="304800"/>
          </a:xfrm>
        </p:spPr>
        <p:txBody>
          <a:bodyPr anchor="t">
            <a:noAutofit/>
          </a:bodyPr>
          <a:lstStyle>
            <a:lvl1pPr marL="0" indent="0">
              <a:buNone/>
              <a:defRPr sz="1600" b="1" baseline="0">
                <a:solidFill>
                  <a:schemeClr val="accent2"/>
                </a:solidFill>
              </a:defRPr>
            </a:lvl1pPr>
            <a:lvl2pPr marL="457200" indent="0">
              <a:buNone/>
              <a:defRPr sz="1600" b="1">
                <a:solidFill>
                  <a:schemeClr val="accent3"/>
                </a:solidFill>
              </a:defRPr>
            </a:lvl2pPr>
            <a:lvl3pPr marL="914400" indent="0">
              <a:buNone/>
              <a:defRPr sz="1600" b="1">
                <a:solidFill>
                  <a:schemeClr val="accent3"/>
                </a:solidFill>
              </a:defRPr>
            </a:lvl3pPr>
            <a:lvl4pPr marL="1371600" indent="0">
              <a:buNone/>
              <a:defRPr sz="1600" b="1">
                <a:solidFill>
                  <a:schemeClr val="accent3"/>
                </a:solidFill>
              </a:defRPr>
            </a:lvl4pPr>
            <a:lvl5pPr marL="1828800" indent="0">
              <a:buNone/>
              <a:defRPr sz="1600" b="1">
                <a:solidFill>
                  <a:schemeClr val="accent3"/>
                </a:solidFill>
              </a:defRPr>
            </a:lvl5pPr>
          </a:lstStyle>
          <a:p>
            <a:pPr lvl="0"/>
            <a:r>
              <a:rPr lang="en-US" dirty="0"/>
              <a:t>Click to add heading</a:t>
            </a:r>
          </a:p>
        </p:txBody>
      </p:sp>
      <p:sp>
        <p:nvSpPr>
          <p:cNvPr id="24" name="Content Placeholder 2"/>
          <p:cNvSpPr>
            <a:spLocks noGrp="1"/>
          </p:cNvSpPr>
          <p:nvPr>
            <p:ph idx="19" hasCustomPrompt="1"/>
          </p:nvPr>
        </p:nvSpPr>
        <p:spPr>
          <a:xfrm>
            <a:off x="6260210" y="3938459"/>
            <a:ext cx="2302372" cy="1243142"/>
          </a:xfrm>
        </p:spPr>
        <p:txBody>
          <a:bodyPr>
            <a:normAutofit/>
          </a:bodyPr>
          <a:lstStyle>
            <a:lvl1pPr marL="0" indent="0">
              <a:spcBef>
                <a:spcPts val="600"/>
              </a:spcBef>
              <a:buNone/>
              <a:defRPr sz="1400"/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dirty="0"/>
              <a:t>Click to add text </a:t>
            </a:r>
          </a:p>
        </p:txBody>
      </p:sp>
      <p:sp>
        <p:nvSpPr>
          <p:cNvPr id="25" name="Text Placeholder 9"/>
          <p:cNvSpPr>
            <a:spLocks noGrp="1"/>
          </p:cNvSpPr>
          <p:nvPr>
            <p:ph type="body" sz="quarter" idx="20" hasCustomPrompt="1"/>
          </p:nvPr>
        </p:nvSpPr>
        <p:spPr>
          <a:xfrm>
            <a:off x="6262343" y="3633658"/>
            <a:ext cx="2301386" cy="304800"/>
          </a:xfrm>
        </p:spPr>
        <p:txBody>
          <a:bodyPr anchor="t">
            <a:noAutofit/>
          </a:bodyPr>
          <a:lstStyle>
            <a:lvl1pPr marL="0" indent="0">
              <a:buNone/>
              <a:defRPr sz="1600" b="1" baseline="0">
                <a:solidFill>
                  <a:schemeClr val="accent2"/>
                </a:solidFill>
              </a:defRPr>
            </a:lvl1pPr>
            <a:lvl2pPr marL="457200" indent="0">
              <a:buNone/>
              <a:defRPr sz="1600" b="1">
                <a:solidFill>
                  <a:schemeClr val="accent3"/>
                </a:solidFill>
              </a:defRPr>
            </a:lvl2pPr>
            <a:lvl3pPr marL="914400" indent="0">
              <a:buNone/>
              <a:defRPr sz="1600" b="1">
                <a:solidFill>
                  <a:schemeClr val="accent3"/>
                </a:solidFill>
              </a:defRPr>
            </a:lvl3pPr>
            <a:lvl4pPr marL="1371600" indent="0">
              <a:buNone/>
              <a:defRPr sz="1600" b="1">
                <a:solidFill>
                  <a:schemeClr val="accent3"/>
                </a:solidFill>
              </a:defRPr>
            </a:lvl4pPr>
            <a:lvl5pPr marL="1828800" indent="0">
              <a:buNone/>
              <a:defRPr sz="1600" b="1">
                <a:solidFill>
                  <a:schemeClr val="accent3"/>
                </a:solidFill>
              </a:defRPr>
            </a:lvl5pPr>
          </a:lstStyle>
          <a:p>
            <a:pPr lvl="0"/>
            <a:r>
              <a:rPr lang="en-US" dirty="0"/>
              <a:t>Click to add heading</a:t>
            </a:r>
          </a:p>
        </p:txBody>
      </p:sp>
      <p:sp>
        <p:nvSpPr>
          <p:cNvPr id="9" name="Picture Placeholder 8"/>
          <p:cNvSpPr>
            <a:spLocks noGrp="1"/>
          </p:cNvSpPr>
          <p:nvPr>
            <p:ph type="pic" sz="quarter" idx="21" hasCustomPrompt="1"/>
          </p:nvPr>
        </p:nvSpPr>
        <p:spPr>
          <a:xfrm>
            <a:off x="952500" y="1185550"/>
            <a:ext cx="2301389" cy="2228937"/>
          </a:xfrm>
          <a:solidFill>
            <a:schemeClr val="bg1">
              <a:lumMod val="85000"/>
            </a:schemeClr>
          </a:solidFill>
        </p:spPr>
        <p:txBody>
          <a:bodyPr anchor="ctr"/>
          <a:lstStyle>
            <a:lvl1pPr marL="0" indent="0" algn="ctr">
              <a:buNone/>
              <a:defRPr/>
            </a:lvl1pPr>
          </a:lstStyle>
          <a:p>
            <a:r>
              <a:rPr lang="en-US" dirty="0"/>
              <a:t>Click to add image</a:t>
            </a:r>
          </a:p>
        </p:txBody>
      </p:sp>
      <p:sp>
        <p:nvSpPr>
          <p:cNvPr id="27" name="Picture Placeholder 8"/>
          <p:cNvSpPr>
            <a:spLocks noGrp="1"/>
          </p:cNvSpPr>
          <p:nvPr>
            <p:ph type="pic" sz="quarter" idx="22" hasCustomPrompt="1"/>
          </p:nvPr>
        </p:nvSpPr>
        <p:spPr>
          <a:xfrm>
            <a:off x="3591975" y="1185550"/>
            <a:ext cx="2332275" cy="2228937"/>
          </a:xfrm>
          <a:solidFill>
            <a:schemeClr val="bg1">
              <a:lumMod val="85000"/>
            </a:schemeClr>
          </a:solidFill>
        </p:spPr>
        <p:txBody>
          <a:bodyPr anchor="ctr"/>
          <a:lstStyle>
            <a:lvl1pPr marL="0" indent="0" algn="ctr">
              <a:buNone/>
              <a:defRPr/>
            </a:lvl1pPr>
          </a:lstStyle>
          <a:p>
            <a:r>
              <a:rPr lang="en-US" dirty="0"/>
              <a:t>Click to add image</a:t>
            </a:r>
          </a:p>
        </p:txBody>
      </p:sp>
      <p:sp>
        <p:nvSpPr>
          <p:cNvPr id="28" name="Picture Placeholder 8"/>
          <p:cNvSpPr>
            <a:spLocks noGrp="1"/>
          </p:cNvSpPr>
          <p:nvPr>
            <p:ph type="pic" sz="quarter" idx="23" hasCustomPrompt="1"/>
          </p:nvPr>
        </p:nvSpPr>
        <p:spPr>
          <a:xfrm>
            <a:off x="6262335" y="1185550"/>
            <a:ext cx="2301389" cy="2228937"/>
          </a:xfrm>
          <a:solidFill>
            <a:schemeClr val="bg1">
              <a:lumMod val="85000"/>
            </a:schemeClr>
          </a:solidFill>
        </p:spPr>
        <p:txBody>
          <a:bodyPr anchor="ctr"/>
          <a:lstStyle>
            <a:lvl1pPr marL="0" indent="0" algn="ctr">
              <a:buNone/>
              <a:defRPr/>
            </a:lvl1pPr>
          </a:lstStyle>
          <a:p>
            <a:r>
              <a:rPr lang="en-US" dirty="0"/>
              <a:t>Click to add image</a:t>
            </a:r>
          </a:p>
        </p:txBody>
      </p:sp>
      <p:sp>
        <p:nvSpPr>
          <p:cNvPr id="18" name="Title 1"/>
          <p:cNvSpPr>
            <a:spLocks noGrp="1"/>
          </p:cNvSpPr>
          <p:nvPr>
            <p:ph type="title" hasCustomPrompt="1"/>
          </p:nvPr>
        </p:nvSpPr>
        <p:spPr>
          <a:xfrm>
            <a:off x="457200" y="419100"/>
            <a:ext cx="11277600" cy="766450"/>
          </a:xfrm>
        </p:spPr>
        <p:txBody>
          <a:bodyPr/>
          <a:lstStyle/>
          <a:p>
            <a:r>
              <a:rPr lang="en-US" dirty="0"/>
              <a:t>Click to add title</a:t>
            </a:r>
          </a:p>
        </p:txBody>
      </p:sp>
      <p:sp>
        <p:nvSpPr>
          <p:cNvPr id="29" name="Content Placeholder 2"/>
          <p:cNvSpPr>
            <a:spLocks noGrp="1"/>
          </p:cNvSpPr>
          <p:nvPr>
            <p:ph idx="27" hasCustomPrompt="1"/>
          </p:nvPr>
        </p:nvSpPr>
        <p:spPr>
          <a:xfrm>
            <a:off x="8899761" y="3938459"/>
            <a:ext cx="2338690" cy="1243142"/>
          </a:xfrm>
        </p:spPr>
        <p:txBody>
          <a:bodyPr>
            <a:normAutofit/>
          </a:bodyPr>
          <a:lstStyle>
            <a:lvl1pPr marL="0" indent="0">
              <a:spcBef>
                <a:spcPts val="600"/>
              </a:spcBef>
              <a:buNone/>
              <a:defRPr sz="1400"/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dirty="0"/>
              <a:t>Click to add text </a:t>
            </a:r>
          </a:p>
        </p:txBody>
      </p:sp>
      <p:sp>
        <p:nvSpPr>
          <p:cNvPr id="30" name="Text Placeholder 9"/>
          <p:cNvSpPr>
            <a:spLocks noGrp="1"/>
          </p:cNvSpPr>
          <p:nvPr>
            <p:ph type="body" sz="quarter" idx="28" hasCustomPrompt="1"/>
          </p:nvPr>
        </p:nvSpPr>
        <p:spPr>
          <a:xfrm>
            <a:off x="8901816" y="3633658"/>
            <a:ext cx="2337688" cy="304800"/>
          </a:xfrm>
        </p:spPr>
        <p:txBody>
          <a:bodyPr anchor="t">
            <a:noAutofit/>
          </a:bodyPr>
          <a:lstStyle>
            <a:lvl1pPr marL="0" indent="0">
              <a:buNone/>
              <a:defRPr sz="1600" b="1" baseline="0">
                <a:solidFill>
                  <a:schemeClr val="accent2"/>
                </a:solidFill>
              </a:defRPr>
            </a:lvl1pPr>
            <a:lvl2pPr marL="457200" indent="0">
              <a:buNone/>
              <a:defRPr sz="1600" b="1">
                <a:solidFill>
                  <a:schemeClr val="accent3"/>
                </a:solidFill>
              </a:defRPr>
            </a:lvl2pPr>
            <a:lvl3pPr marL="914400" indent="0">
              <a:buNone/>
              <a:defRPr sz="1600" b="1">
                <a:solidFill>
                  <a:schemeClr val="accent3"/>
                </a:solidFill>
              </a:defRPr>
            </a:lvl3pPr>
            <a:lvl4pPr marL="1371600" indent="0">
              <a:buNone/>
              <a:defRPr sz="1600" b="1">
                <a:solidFill>
                  <a:schemeClr val="accent3"/>
                </a:solidFill>
              </a:defRPr>
            </a:lvl4pPr>
            <a:lvl5pPr marL="1828800" indent="0">
              <a:buNone/>
              <a:defRPr sz="1600" b="1">
                <a:solidFill>
                  <a:schemeClr val="accent3"/>
                </a:solidFill>
              </a:defRPr>
            </a:lvl5pPr>
          </a:lstStyle>
          <a:p>
            <a:pPr lvl="0"/>
            <a:r>
              <a:rPr lang="en-US" dirty="0"/>
              <a:t>Click to add heading</a:t>
            </a:r>
          </a:p>
        </p:txBody>
      </p:sp>
      <p:sp>
        <p:nvSpPr>
          <p:cNvPr id="31" name="Picture Placeholder 8"/>
          <p:cNvSpPr>
            <a:spLocks noGrp="1"/>
          </p:cNvSpPr>
          <p:nvPr>
            <p:ph type="pic" sz="quarter" idx="29" hasCustomPrompt="1"/>
          </p:nvPr>
        </p:nvSpPr>
        <p:spPr>
          <a:xfrm>
            <a:off x="8901808" y="1185550"/>
            <a:ext cx="2337691" cy="2228937"/>
          </a:xfrm>
          <a:solidFill>
            <a:schemeClr val="bg1">
              <a:lumMod val="85000"/>
            </a:schemeClr>
          </a:solidFill>
        </p:spPr>
        <p:txBody>
          <a:bodyPr anchor="ctr"/>
          <a:lstStyle>
            <a:lvl1pPr marL="0" indent="0" algn="ctr">
              <a:buNone/>
              <a:defRPr/>
            </a:lvl1pPr>
          </a:lstStyle>
          <a:p>
            <a:r>
              <a:rPr lang="en-US" dirty="0"/>
              <a:t>Click to add image</a:t>
            </a:r>
          </a:p>
        </p:txBody>
      </p:sp>
      <p:sp>
        <p:nvSpPr>
          <p:cNvPr id="19" name="Text Placeholder 12"/>
          <p:cNvSpPr>
            <a:spLocks noGrp="1"/>
          </p:cNvSpPr>
          <p:nvPr>
            <p:ph type="body" sz="quarter" idx="14" hasCustomPrompt="1"/>
          </p:nvPr>
        </p:nvSpPr>
        <p:spPr>
          <a:xfrm>
            <a:off x="952500" y="5548312"/>
            <a:ext cx="10286999" cy="661988"/>
          </a:xfrm>
          <a:solidFill>
            <a:schemeClr val="accent2"/>
          </a:solidFill>
          <a:ln w="19050">
            <a:noFill/>
          </a:ln>
        </p:spPr>
        <p:txBody>
          <a:bodyPr anchor="ctr">
            <a:noAutofit/>
          </a:bodyPr>
          <a:lstStyle>
            <a:lvl1pPr marL="0" indent="0" algn="ctr">
              <a:buNone/>
              <a:defRPr sz="1800" b="1">
                <a:solidFill>
                  <a:schemeClr val="bg1"/>
                </a:solidFill>
              </a:defRPr>
            </a:lvl1pPr>
            <a:lvl2pPr marL="457200" indent="0" algn="ctr">
              <a:buNone/>
              <a:defRPr sz="18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800"/>
            </a:lvl4pPr>
            <a:lvl5pPr marL="1828800" indent="0" algn="ctr">
              <a:buNone/>
              <a:defRPr sz="1800"/>
            </a:lvl5pPr>
          </a:lstStyle>
          <a:p>
            <a:pPr lvl="0"/>
            <a:r>
              <a:rPr lang="en-US" dirty="0"/>
              <a:t>Click to add callout text</a:t>
            </a:r>
          </a:p>
        </p:txBody>
      </p:sp>
      <p:sp>
        <p:nvSpPr>
          <p:cNvPr id="13" name="Date Placeholder 12"/>
          <p:cNvSpPr>
            <a:spLocks noGrp="1"/>
          </p:cNvSpPr>
          <p:nvPr>
            <p:ph type="dt" sz="half" idx="30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14" name="Footer Placeholder 13"/>
          <p:cNvSpPr>
            <a:spLocks noGrp="1"/>
          </p:cNvSpPr>
          <p:nvPr>
            <p:ph type="ftr" sz="quarter" idx="3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15" name="Slide Number Placeholder 14"/>
          <p:cNvSpPr>
            <a:spLocks noGrp="1"/>
          </p:cNvSpPr>
          <p:nvPr>
            <p:ph type="sldNum" sz="quarter" idx="32"/>
          </p:nvPr>
        </p:nvSpPr>
        <p:spPr/>
        <p:txBody>
          <a:bodyPr/>
          <a:lstStyle/>
          <a:p>
            <a:fld id="{A2D3FCAD-823A-476E-8B64-08133BA4013A}" type="slidenum">
              <a:rPr lang="en-US" smtClean="0"/>
              <a:t>‹#›</a:t>
            </a:fld>
            <a:endParaRPr lang="en-US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DB4BD962-5098-DB23-3408-A1D71516F904}"/>
              </a:ext>
            </a:extLst>
          </p:cNvPr>
          <p:cNvSpPr/>
          <p:nvPr userDrawn="1"/>
        </p:nvSpPr>
        <p:spPr>
          <a:xfrm>
            <a:off x="341831" y="6551750"/>
            <a:ext cx="374947" cy="267795"/>
          </a:xfrm>
          <a:prstGeom prst="rect">
            <a:avLst/>
          </a:prstGeom>
          <a:solidFill>
            <a:srgbClr val="F2F2F2"/>
          </a:solidFill>
          <a:ln>
            <a:solidFill>
              <a:srgbClr val="F2F2F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rmAutofit fontScale="70000" lnSpcReduction="20000"/>
          </a:bodyPr>
          <a:lstStyle/>
          <a:p>
            <a:pPr algn="ctr"/>
            <a:endParaRPr lang="en-US" sz="2000" dirty="0" err="1"/>
          </a:p>
        </p:txBody>
      </p:sp>
    </p:spTree>
    <p:extLst>
      <p:ext uri="{BB962C8B-B14F-4D97-AF65-F5344CB8AC3E}">
        <p14:creationId xmlns:p14="http://schemas.microsoft.com/office/powerpoint/2010/main" val="4269142065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Four-Column Feature, Subtit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Content Placeholder 2"/>
          <p:cNvSpPr>
            <a:spLocks noGrp="1"/>
          </p:cNvSpPr>
          <p:nvPr>
            <p:ph idx="1" hasCustomPrompt="1"/>
          </p:nvPr>
        </p:nvSpPr>
        <p:spPr>
          <a:xfrm>
            <a:off x="952544" y="4216231"/>
            <a:ext cx="2301354" cy="965370"/>
          </a:xfrm>
        </p:spPr>
        <p:txBody>
          <a:bodyPr>
            <a:normAutofit/>
          </a:bodyPr>
          <a:lstStyle>
            <a:lvl1pPr marL="0" indent="0">
              <a:spcBef>
                <a:spcPts val="600"/>
              </a:spcBef>
              <a:spcAft>
                <a:spcPts val="0"/>
              </a:spcAft>
              <a:buNone/>
              <a:defRPr sz="1400"/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dirty="0"/>
              <a:t>Click to add text </a:t>
            </a:r>
          </a:p>
        </p:txBody>
      </p:sp>
      <p:sp>
        <p:nvSpPr>
          <p:cNvPr id="16" name="Text Placeholder 9"/>
          <p:cNvSpPr>
            <a:spLocks noGrp="1"/>
          </p:cNvSpPr>
          <p:nvPr>
            <p:ph type="body" sz="quarter" idx="16" hasCustomPrompt="1"/>
          </p:nvPr>
        </p:nvSpPr>
        <p:spPr>
          <a:xfrm>
            <a:off x="952501" y="3911430"/>
            <a:ext cx="2301386" cy="304800"/>
          </a:xfrm>
        </p:spPr>
        <p:txBody>
          <a:bodyPr anchor="t">
            <a:noAutofit/>
          </a:bodyPr>
          <a:lstStyle>
            <a:lvl1pPr marL="0" indent="0">
              <a:buNone/>
              <a:defRPr sz="1600" b="1" baseline="0">
                <a:solidFill>
                  <a:schemeClr val="accent2"/>
                </a:solidFill>
              </a:defRPr>
            </a:lvl1pPr>
            <a:lvl2pPr marL="457200" indent="0">
              <a:buNone/>
              <a:defRPr sz="1600" b="1">
                <a:solidFill>
                  <a:schemeClr val="accent3"/>
                </a:solidFill>
              </a:defRPr>
            </a:lvl2pPr>
            <a:lvl3pPr marL="914400" indent="0">
              <a:buNone/>
              <a:defRPr sz="1600" b="1">
                <a:solidFill>
                  <a:schemeClr val="accent3"/>
                </a:solidFill>
              </a:defRPr>
            </a:lvl3pPr>
            <a:lvl4pPr marL="1371600" indent="0">
              <a:buNone/>
              <a:defRPr sz="1600" b="1">
                <a:solidFill>
                  <a:schemeClr val="accent3"/>
                </a:solidFill>
              </a:defRPr>
            </a:lvl4pPr>
            <a:lvl5pPr marL="1828800" indent="0">
              <a:buNone/>
              <a:defRPr sz="1600" b="1">
                <a:solidFill>
                  <a:schemeClr val="accent3"/>
                </a:solidFill>
              </a:defRPr>
            </a:lvl5pPr>
          </a:lstStyle>
          <a:p>
            <a:pPr lvl="0"/>
            <a:r>
              <a:rPr lang="en-US" dirty="0"/>
              <a:t>Click to add heading</a:t>
            </a:r>
          </a:p>
        </p:txBody>
      </p:sp>
      <p:sp>
        <p:nvSpPr>
          <p:cNvPr id="22" name="Content Placeholder 2"/>
          <p:cNvSpPr>
            <a:spLocks noGrp="1"/>
          </p:cNvSpPr>
          <p:nvPr>
            <p:ph idx="17" hasCustomPrompt="1"/>
          </p:nvPr>
        </p:nvSpPr>
        <p:spPr>
          <a:xfrm>
            <a:off x="3592038" y="4216231"/>
            <a:ext cx="2332240" cy="965370"/>
          </a:xfrm>
        </p:spPr>
        <p:txBody>
          <a:bodyPr>
            <a:normAutofit/>
          </a:bodyPr>
          <a:lstStyle>
            <a:lvl1pPr marL="0" indent="0">
              <a:spcBef>
                <a:spcPts val="600"/>
              </a:spcBef>
              <a:buNone/>
              <a:defRPr sz="1400"/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dirty="0"/>
              <a:t>Click to add text </a:t>
            </a:r>
          </a:p>
        </p:txBody>
      </p:sp>
      <p:sp>
        <p:nvSpPr>
          <p:cNvPr id="23" name="Text Placeholder 9"/>
          <p:cNvSpPr>
            <a:spLocks noGrp="1"/>
          </p:cNvSpPr>
          <p:nvPr>
            <p:ph type="body" sz="quarter" idx="18" hasCustomPrompt="1"/>
          </p:nvPr>
        </p:nvSpPr>
        <p:spPr>
          <a:xfrm>
            <a:off x="3591980" y="3911430"/>
            <a:ext cx="2332272" cy="304800"/>
          </a:xfrm>
        </p:spPr>
        <p:txBody>
          <a:bodyPr anchor="t">
            <a:noAutofit/>
          </a:bodyPr>
          <a:lstStyle>
            <a:lvl1pPr marL="0" indent="0">
              <a:buNone/>
              <a:defRPr sz="1600" b="1" baseline="0">
                <a:solidFill>
                  <a:schemeClr val="accent2"/>
                </a:solidFill>
              </a:defRPr>
            </a:lvl1pPr>
            <a:lvl2pPr marL="457200" indent="0">
              <a:buNone/>
              <a:defRPr sz="1600" b="1">
                <a:solidFill>
                  <a:schemeClr val="accent3"/>
                </a:solidFill>
              </a:defRPr>
            </a:lvl2pPr>
            <a:lvl3pPr marL="914400" indent="0">
              <a:buNone/>
              <a:defRPr sz="1600" b="1">
                <a:solidFill>
                  <a:schemeClr val="accent3"/>
                </a:solidFill>
              </a:defRPr>
            </a:lvl3pPr>
            <a:lvl4pPr marL="1371600" indent="0">
              <a:buNone/>
              <a:defRPr sz="1600" b="1">
                <a:solidFill>
                  <a:schemeClr val="accent3"/>
                </a:solidFill>
              </a:defRPr>
            </a:lvl4pPr>
            <a:lvl5pPr marL="1828800" indent="0">
              <a:buNone/>
              <a:defRPr sz="1600" b="1">
                <a:solidFill>
                  <a:schemeClr val="accent3"/>
                </a:solidFill>
              </a:defRPr>
            </a:lvl5pPr>
          </a:lstStyle>
          <a:p>
            <a:pPr lvl="0"/>
            <a:r>
              <a:rPr lang="en-US" dirty="0"/>
              <a:t>Click to add heading</a:t>
            </a:r>
          </a:p>
        </p:txBody>
      </p:sp>
      <p:sp>
        <p:nvSpPr>
          <p:cNvPr id="24" name="Content Placeholder 2"/>
          <p:cNvSpPr>
            <a:spLocks noGrp="1"/>
          </p:cNvSpPr>
          <p:nvPr>
            <p:ph idx="19" hasCustomPrompt="1"/>
          </p:nvPr>
        </p:nvSpPr>
        <p:spPr>
          <a:xfrm>
            <a:off x="6260210" y="4216231"/>
            <a:ext cx="2302372" cy="965370"/>
          </a:xfrm>
        </p:spPr>
        <p:txBody>
          <a:bodyPr>
            <a:normAutofit/>
          </a:bodyPr>
          <a:lstStyle>
            <a:lvl1pPr marL="0" indent="0">
              <a:spcBef>
                <a:spcPts val="600"/>
              </a:spcBef>
              <a:buNone/>
              <a:defRPr sz="1400"/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dirty="0"/>
              <a:t>Click to add text </a:t>
            </a:r>
          </a:p>
        </p:txBody>
      </p:sp>
      <p:sp>
        <p:nvSpPr>
          <p:cNvPr id="25" name="Text Placeholder 9"/>
          <p:cNvSpPr>
            <a:spLocks noGrp="1"/>
          </p:cNvSpPr>
          <p:nvPr>
            <p:ph type="body" sz="quarter" idx="20" hasCustomPrompt="1"/>
          </p:nvPr>
        </p:nvSpPr>
        <p:spPr>
          <a:xfrm>
            <a:off x="6262343" y="3911430"/>
            <a:ext cx="2301386" cy="304800"/>
          </a:xfrm>
        </p:spPr>
        <p:txBody>
          <a:bodyPr anchor="t">
            <a:noAutofit/>
          </a:bodyPr>
          <a:lstStyle>
            <a:lvl1pPr marL="0" indent="0">
              <a:buNone/>
              <a:defRPr sz="1600" b="1" baseline="0">
                <a:solidFill>
                  <a:schemeClr val="accent2"/>
                </a:solidFill>
              </a:defRPr>
            </a:lvl1pPr>
            <a:lvl2pPr marL="457200" indent="0">
              <a:buNone/>
              <a:defRPr sz="1600" b="1">
                <a:solidFill>
                  <a:schemeClr val="accent3"/>
                </a:solidFill>
              </a:defRPr>
            </a:lvl2pPr>
            <a:lvl3pPr marL="914400" indent="0">
              <a:buNone/>
              <a:defRPr sz="1600" b="1">
                <a:solidFill>
                  <a:schemeClr val="accent3"/>
                </a:solidFill>
              </a:defRPr>
            </a:lvl3pPr>
            <a:lvl4pPr marL="1371600" indent="0">
              <a:buNone/>
              <a:defRPr sz="1600" b="1">
                <a:solidFill>
                  <a:schemeClr val="accent3"/>
                </a:solidFill>
              </a:defRPr>
            </a:lvl4pPr>
            <a:lvl5pPr marL="1828800" indent="0">
              <a:buNone/>
              <a:defRPr sz="1600" b="1">
                <a:solidFill>
                  <a:schemeClr val="accent3"/>
                </a:solidFill>
              </a:defRPr>
            </a:lvl5pPr>
          </a:lstStyle>
          <a:p>
            <a:pPr lvl="0"/>
            <a:r>
              <a:rPr lang="en-US" dirty="0"/>
              <a:t>Click to add heading</a:t>
            </a:r>
          </a:p>
        </p:txBody>
      </p:sp>
      <p:sp>
        <p:nvSpPr>
          <p:cNvPr id="9" name="Picture Placeholder 8"/>
          <p:cNvSpPr>
            <a:spLocks noGrp="1"/>
          </p:cNvSpPr>
          <p:nvPr>
            <p:ph type="pic" sz="quarter" idx="21" hasCustomPrompt="1"/>
          </p:nvPr>
        </p:nvSpPr>
        <p:spPr>
          <a:xfrm>
            <a:off x="952500" y="1485900"/>
            <a:ext cx="2301389" cy="2228937"/>
          </a:xfrm>
          <a:solidFill>
            <a:schemeClr val="bg1">
              <a:lumMod val="85000"/>
            </a:schemeClr>
          </a:solidFill>
        </p:spPr>
        <p:txBody>
          <a:bodyPr anchor="ctr"/>
          <a:lstStyle>
            <a:lvl1pPr marL="0" indent="0" algn="ctr">
              <a:buNone/>
              <a:defRPr/>
            </a:lvl1pPr>
          </a:lstStyle>
          <a:p>
            <a:r>
              <a:rPr lang="en-US" dirty="0"/>
              <a:t>Click to add image</a:t>
            </a:r>
          </a:p>
        </p:txBody>
      </p:sp>
      <p:sp>
        <p:nvSpPr>
          <p:cNvPr id="27" name="Picture Placeholder 8"/>
          <p:cNvSpPr>
            <a:spLocks noGrp="1"/>
          </p:cNvSpPr>
          <p:nvPr>
            <p:ph type="pic" sz="quarter" idx="22" hasCustomPrompt="1"/>
          </p:nvPr>
        </p:nvSpPr>
        <p:spPr>
          <a:xfrm>
            <a:off x="3591975" y="1485900"/>
            <a:ext cx="2332275" cy="2228937"/>
          </a:xfrm>
          <a:solidFill>
            <a:schemeClr val="bg1">
              <a:lumMod val="85000"/>
            </a:schemeClr>
          </a:solidFill>
        </p:spPr>
        <p:txBody>
          <a:bodyPr anchor="ctr"/>
          <a:lstStyle>
            <a:lvl1pPr marL="0" indent="0" algn="ctr">
              <a:buNone/>
              <a:defRPr/>
            </a:lvl1pPr>
          </a:lstStyle>
          <a:p>
            <a:r>
              <a:rPr lang="en-US" dirty="0"/>
              <a:t>Click to add image</a:t>
            </a:r>
          </a:p>
        </p:txBody>
      </p:sp>
      <p:sp>
        <p:nvSpPr>
          <p:cNvPr id="28" name="Picture Placeholder 8"/>
          <p:cNvSpPr>
            <a:spLocks noGrp="1"/>
          </p:cNvSpPr>
          <p:nvPr>
            <p:ph type="pic" sz="quarter" idx="23" hasCustomPrompt="1"/>
          </p:nvPr>
        </p:nvSpPr>
        <p:spPr>
          <a:xfrm>
            <a:off x="6262335" y="1485900"/>
            <a:ext cx="2301389" cy="2228937"/>
          </a:xfrm>
          <a:solidFill>
            <a:schemeClr val="bg1">
              <a:lumMod val="85000"/>
            </a:schemeClr>
          </a:solidFill>
        </p:spPr>
        <p:txBody>
          <a:bodyPr anchor="ctr"/>
          <a:lstStyle>
            <a:lvl1pPr marL="0" indent="0" algn="ctr">
              <a:buNone/>
              <a:defRPr/>
            </a:lvl1pPr>
          </a:lstStyle>
          <a:p>
            <a:r>
              <a:rPr lang="en-US" dirty="0"/>
              <a:t>Click to add image</a:t>
            </a:r>
          </a:p>
        </p:txBody>
      </p:sp>
      <p:sp>
        <p:nvSpPr>
          <p:cNvPr id="29" name="Content Placeholder 2"/>
          <p:cNvSpPr>
            <a:spLocks noGrp="1"/>
          </p:cNvSpPr>
          <p:nvPr>
            <p:ph idx="27" hasCustomPrompt="1"/>
          </p:nvPr>
        </p:nvSpPr>
        <p:spPr>
          <a:xfrm>
            <a:off x="8899761" y="4216231"/>
            <a:ext cx="2338690" cy="965370"/>
          </a:xfrm>
        </p:spPr>
        <p:txBody>
          <a:bodyPr>
            <a:normAutofit/>
          </a:bodyPr>
          <a:lstStyle>
            <a:lvl1pPr marL="0" indent="0">
              <a:spcBef>
                <a:spcPts val="600"/>
              </a:spcBef>
              <a:buNone/>
              <a:defRPr sz="1400"/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dirty="0"/>
              <a:t>Click to add text </a:t>
            </a:r>
          </a:p>
        </p:txBody>
      </p:sp>
      <p:sp>
        <p:nvSpPr>
          <p:cNvPr id="30" name="Text Placeholder 9"/>
          <p:cNvSpPr>
            <a:spLocks noGrp="1"/>
          </p:cNvSpPr>
          <p:nvPr>
            <p:ph type="body" sz="quarter" idx="28" hasCustomPrompt="1"/>
          </p:nvPr>
        </p:nvSpPr>
        <p:spPr>
          <a:xfrm>
            <a:off x="8901816" y="3911430"/>
            <a:ext cx="2337688" cy="304800"/>
          </a:xfrm>
        </p:spPr>
        <p:txBody>
          <a:bodyPr anchor="t">
            <a:noAutofit/>
          </a:bodyPr>
          <a:lstStyle>
            <a:lvl1pPr marL="0" indent="0">
              <a:buNone/>
              <a:defRPr sz="1600" b="1" baseline="0">
                <a:solidFill>
                  <a:schemeClr val="accent2"/>
                </a:solidFill>
              </a:defRPr>
            </a:lvl1pPr>
            <a:lvl2pPr marL="457200" indent="0">
              <a:buNone/>
              <a:defRPr sz="1600" b="1">
                <a:solidFill>
                  <a:schemeClr val="accent3"/>
                </a:solidFill>
              </a:defRPr>
            </a:lvl2pPr>
            <a:lvl3pPr marL="914400" indent="0">
              <a:buNone/>
              <a:defRPr sz="1600" b="1">
                <a:solidFill>
                  <a:schemeClr val="accent3"/>
                </a:solidFill>
              </a:defRPr>
            </a:lvl3pPr>
            <a:lvl4pPr marL="1371600" indent="0">
              <a:buNone/>
              <a:defRPr sz="1600" b="1">
                <a:solidFill>
                  <a:schemeClr val="accent3"/>
                </a:solidFill>
              </a:defRPr>
            </a:lvl4pPr>
            <a:lvl5pPr marL="1828800" indent="0">
              <a:buNone/>
              <a:defRPr sz="1600" b="1">
                <a:solidFill>
                  <a:schemeClr val="accent3"/>
                </a:solidFill>
              </a:defRPr>
            </a:lvl5pPr>
          </a:lstStyle>
          <a:p>
            <a:pPr lvl="0"/>
            <a:r>
              <a:rPr lang="en-US" dirty="0"/>
              <a:t>Click to add heading</a:t>
            </a:r>
          </a:p>
        </p:txBody>
      </p:sp>
      <p:sp>
        <p:nvSpPr>
          <p:cNvPr id="31" name="Picture Placeholder 8"/>
          <p:cNvSpPr>
            <a:spLocks noGrp="1"/>
          </p:cNvSpPr>
          <p:nvPr>
            <p:ph type="pic" sz="quarter" idx="29" hasCustomPrompt="1"/>
          </p:nvPr>
        </p:nvSpPr>
        <p:spPr>
          <a:xfrm>
            <a:off x="8901808" y="1485900"/>
            <a:ext cx="2337691" cy="2228937"/>
          </a:xfrm>
          <a:solidFill>
            <a:schemeClr val="bg1">
              <a:lumMod val="85000"/>
            </a:schemeClr>
          </a:solidFill>
        </p:spPr>
        <p:txBody>
          <a:bodyPr anchor="ctr"/>
          <a:lstStyle>
            <a:lvl1pPr marL="0" indent="0" algn="ctr">
              <a:buNone/>
              <a:defRPr/>
            </a:lvl1pPr>
          </a:lstStyle>
          <a:p>
            <a:r>
              <a:rPr lang="en-US" dirty="0"/>
              <a:t>Click to add image</a:t>
            </a:r>
          </a:p>
        </p:txBody>
      </p:sp>
      <p:sp>
        <p:nvSpPr>
          <p:cNvPr id="19" name="Title 1"/>
          <p:cNvSpPr>
            <a:spLocks noGrp="1"/>
          </p:cNvSpPr>
          <p:nvPr>
            <p:ph type="title" hasCustomPrompt="1"/>
          </p:nvPr>
        </p:nvSpPr>
        <p:spPr>
          <a:xfrm>
            <a:off x="457200" y="419100"/>
            <a:ext cx="11277600" cy="342899"/>
          </a:xfrm>
        </p:spPr>
        <p:txBody>
          <a:bodyPr>
            <a:noAutofit/>
          </a:bodyPr>
          <a:lstStyle>
            <a:lvl1pPr>
              <a:defRPr sz="2800"/>
            </a:lvl1pPr>
          </a:lstStyle>
          <a:p>
            <a:r>
              <a:rPr lang="en-US" dirty="0"/>
              <a:t>Click to add title </a:t>
            </a:r>
          </a:p>
        </p:txBody>
      </p:sp>
      <p:sp>
        <p:nvSpPr>
          <p:cNvPr id="20" name="Text Placeholder 8"/>
          <p:cNvSpPr>
            <a:spLocks noGrp="1"/>
          </p:cNvSpPr>
          <p:nvPr>
            <p:ph type="body" sz="quarter" idx="13" hasCustomPrompt="1"/>
          </p:nvPr>
        </p:nvSpPr>
        <p:spPr>
          <a:xfrm>
            <a:off x="457200" y="801380"/>
            <a:ext cx="11277600" cy="379720"/>
          </a:xfrm>
        </p:spPr>
        <p:txBody>
          <a:bodyPr>
            <a:normAutofit/>
          </a:bodyPr>
          <a:lstStyle>
            <a:lvl1pPr marL="0" indent="0">
              <a:buNone/>
              <a:defRPr sz="2000" baseline="0">
                <a:solidFill>
                  <a:schemeClr val="tx2">
                    <a:lumMod val="60000"/>
                    <a:lumOff val="40000"/>
                  </a:schemeClr>
                </a:solidFill>
              </a:defRPr>
            </a:lvl1pPr>
          </a:lstStyle>
          <a:p>
            <a:r>
              <a:rPr lang="en-US" sz="2000" b="0" dirty="0"/>
              <a:t>Click to add subtitle</a:t>
            </a:r>
            <a:endParaRPr lang="en-US" sz="1600" b="0" dirty="0"/>
          </a:p>
        </p:txBody>
      </p:sp>
      <p:sp>
        <p:nvSpPr>
          <p:cNvPr id="21" name="Text Placeholder 12"/>
          <p:cNvSpPr>
            <a:spLocks noGrp="1"/>
          </p:cNvSpPr>
          <p:nvPr>
            <p:ph type="body" sz="quarter" idx="14" hasCustomPrompt="1"/>
          </p:nvPr>
        </p:nvSpPr>
        <p:spPr>
          <a:xfrm>
            <a:off x="952500" y="5548312"/>
            <a:ext cx="10286999" cy="661988"/>
          </a:xfrm>
          <a:solidFill>
            <a:schemeClr val="accent2"/>
          </a:solidFill>
          <a:ln w="19050">
            <a:noFill/>
          </a:ln>
        </p:spPr>
        <p:txBody>
          <a:bodyPr anchor="ctr">
            <a:noAutofit/>
          </a:bodyPr>
          <a:lstStyle>
            <a:lvl1pPr marL="0" indent="0" algn="ctr">
              <a:buNone/>
              <a:defRPr sz="1800" b="1">
                <a:solidFill>
                  <a:schemeClr val="bg1"/>
                </a:solidFill>
              </a:defRPr>
            </a:lvl1pPr>
            <a:lvl2pPr marL="457200" indent="0" algn="ctr">
              <a:buNone/>
              <a:defRPr sz="18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800"/>
            </a:lvl4pPr>
            <a:lvl5pPr marL="1828800" indent="0" algn="ctr">
              <a:buNone/>
              <a:defRPr sz="1800"/>
            </a:lvl5pPr>
          </a:lstStyle>
          <a:p>
            <a:pPr lvl="0"/>
            <a:r>
              <a:rPr lang="en-US" dirty="0"/>
              <a:t>Click to add callout text</a:t>
            </a:r>
          </a:p>
        </p:txBody>
      </p:sp>
      <p:sp>
        <p:nvSpPr>
          <p:cNvPr id="6" name="Date Placeholder 5"/>
          <p:cNvSpPr>
            <a:spLocks noGrp="1"/>
          </p:cNvSpPr>
          <p:nvPr>
            <p:ph type="dt" sz="half" idx="30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10" name="Footer Placeholder 9"/>
          <p:cNvSpPr>
            <a:spLocks noGrp="1"/>
          </p:cNvSpPr>
          <p:nvPr>
            <p:ph type="ftr" sz="quarter" idx="3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12" name="Slide Number Placeholder 11"/>
          <p:cNvSpPr>
            <a:spLocks noGrp="1"/>
          </p:cNvSpPr>
          <p:nvPr>
            <p:ph type="sldNum" sz="quarter" idx="32"/>
          </p:nvPr>
        </p:nvSpPr>
        <p:spPr/>
        <p:txBody>
          <a:bodyPr/>
          <a:lstStyle/>
          <a:p>
            <a:fld id="{A2D3FCAD-823A-476E-8B64-08133BA4013A}" type="slidenum">
              <a:rPr lang="en-US" smtClean="0"/>
              <a:t>‹#›</a:t>
            </a:fld>
            <a:endParaRPr lang="en-US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471F2A96-3CFB-5140-72AE-40B5D9488392}"/>
              </a:ext>
            </a:extLst>
          </p:cNvPr>
          <p:cNvSpPr/>
          <p:nvPr userDrawn="1"/>
        </p:nvSpPr>
        <p:spPr>
          <a:xfrm>
            <a:off x="341831" y="6551750"/>
            <a:ext cx="374947" cy="267795"/>
          </a:xfrm>
          <a:prstGeom prst="rect">
            <a:avLst/>
          </a:prstGeom>
          <a:solidFill>
            <a:srgbClr val="F2F2F2"/>
          </a:solidFill>
          <a:ln>
            <a:solidFill>
              <a:srgbClr val="F2F2F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rmAutofit fontScale="70000" lnSpcReduction="20000"/>
          </a:bodyPr>
          <a:lstStyle/>
          <a:p>
            <a:pPr algn="ctr"/>
            <a:endParaRPr lang="en-US" sz="2000" dirty="0" err="1"/>
          </a:p>
        </p:txBody>
      </p:sp>
    </p:spTree>
    <p:extLst>
      <p:ext uri="{BB962C8B-B14F-4D97-AF65-F5344CB8AC3E}">
        <p14:creationId xmlns:p14="http://schemas.microsoft.com/office/powerpoint/2010/main" val="3063460623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Image Galler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Text Placeholder 9"/>
          <p:cNvSpPr>
            <a:spLocks noGrp="1"/>
          </p:cNvSpPr>
          <p:nvPr>
            <p:ph type="body" sz="quarter" idx="16" hasCustomPrompt="1"/>
          </p:nvPr>
        </p:nvSpPr>
        <p:spPr>
          <a:xfrm>
            <a:off x="952500" y="2829927"/>
            <a:ext cx="2456925" cy="258345"/>
          </a:xfrm>
        </p:spPr>
        <p:txBody>
          <a:bodyPr anchor="t">
            <a:noAutofit/>
          </a:bodyPr>
          <a:lstStyle>
            <a:lvl1pPr marL="0" indent="0">
              <a:buNone/>
              <a:defRPr sz="1200" b="0" baseline="0">
                <a:solidFill>
                  <a:schemeClr val="accent2"/>
                </a:solidFill>
              </a:defRPr>
            </a:lvl1pPr>
            <a:lvl2pPr marL="457200" indent="0">
              <a:buNone/>
              <a:defRPr sz="1600" b="1">
                <a:solidFill>
                  <a:schemeClr val="accent3"/>
                </a:solidFill>
              </a:defRPr>
            </a:lvl2pPr>
            <a:lvl3pPr marL="914400" indent="0">
              <a:buNone/>
              <a:defRPr sz="1600" b="1">
                <a:solidFill>
                  <a:schemeClr val="accent3"/>
                </a:solidFill>
              </a:defRPr>
            </a:lvl3pPr>
            <a:lvl4pPr marL="1371600" indent="0">
              <a:buNone/>
              <a:defRPr sz="1600" b="1">
                <a:solidFill>
                  <a:schemeClr val="accent3"/>
                </a:solidFill>
              </a:defRPr>
            </a:lvl4pPr>
            <a:lvl5pPr marL="1828800" indent="0">
              <a:buNone/>
              <a:defRPr sz="1600" b="1">
                <a:solidFill>
                  <a:schemeClr val="accent3"/>
                </a:solidFill>
              </a:defRPr>
            </a:lvl5pPr>
          </a:lstStyle>
          <a:p>
            <a:pPr lvl="0"/>
            <a:r>
              <a:rPr lang="en-US" dirty="0"/>
              <a:t>Click to add image caption</a:t>
            </a:r>
          </a:p>
        </p:txBody>
      </p:sp>
      <p:sp>
        <p:nvSpPr>
          <p:cNvPr id="9" name="Picture Placeholder 8"/>
          <p:cNvSpPr>
            <a:spLocks noGrp="1"/>
          </p:cNvSpPr>
          <p:nvPr>
            <p:ph type="pic" sz="quarter" idx="21" hasCustomPrompt="1"/>
          </p:nvPr>
        </p:nvSpPr>
        <p:spPr>
          <a:xfrm>
            <a:off x="952500" y="1181100"/>
            <a:ext cx="2456925" cy="1513268"/>
          </a:xfrm>
          <a:solidFill>
            <a:schemeClr val="bg1">
              <a:lumMod val="85000"/>
            </a:schemeClr>
          </a:solidFill>
          <a:ln>
            <a:noFill/>
          </a:ln>
        </p:spPr>
        <p:txBody>
          <a:bodyPr anchor="ctr"/>
          <a:lstStyle>
            <a:lvl1pPr marL="0" indent="0" algn="ctr">
              <a:buNone/>
              <a:defRPr/>
            </a:lvl1pPr>
          </a:lstStyle>
          <a:p>
            <a:r>
              <a:rPr lang="en-US" dirty="0"/>
              <a:t>Click to add image</a:t>
            </a:r>
          </a:p>
        </p:txBody>
      </p:sp>
      <p:sp>
        <p:nvSpPr>
          <p:cNvPr id="19" name="Text Placeholder 9"/>
          <p:cNvSpPr>
            <a:spLocks noGrp="1"/>
          </p:cNvSpPr>
          <p:nvPr>
            <p:ph type="body" sz="quarter" idx="22" hasCustomPrompt="1"/>
          </p:nvPr>
        </p:nvSpPr>
        <p:spPr>
          <a:xfrm>
            <a:off x="3581400" y="2829927"/>
            <a:ext cx="2446337" cy="258345"/>
          </a:xfrm>
        </p:spPr>
        <p:txBody>
          <a:bodyPr anchor="t">
            <a:noAutofit/>
          </a:bodyPr>
          <a:lstStyle>
            <a:lvl1pPr marL="0" indent="0">
              <a:buNone/>
              <a:defRPr sz="1200" b="0" baseline="0">
                <a:solidFill>
                  <a:schemeClr val="accent2"/>
                </a:solidFill>
              </a:defRPr>
            </a:lvl1pPr>
            <a:lvl2pPr marL="457200" indent="0">
              <a:buNone/>
              <a:defRPr sz="1600" b="1">
                <a:solidFill>
                  <a:schemeClr val="accent3"/>
                </a:solidFill>
              </a:defRPr>
            </a:lvl2pPr>
            <a:lvl3pPr marL="914400" indent="0">
              <a:buNone/>
              <a:defRPr sz="1600" b="1">
                <a:solidFill>
                  <a:schemeClr val="accent3"/>
                </a:solidFill>
              </a:defRPr>
            </a:lvl3pPr>
            <a:lvl4pPr marL="1371600" indent="0">
              <a:buNone/>
              <a:defRPr sz="1600" b="1">
                <a:solidFill>
                  <a:schemeClr val="accent3"/>
                </a:solidFill>
              </a:defRPr>
            </a:lvl4pPr>
            <a:lvl5pPr marL="1828800" indent="0">
              <a:buNone/>
              <a:defRPr sz="1600" b="1">
                <a:solidFill>
                  <a:schemeClr val="accent3"/>
                </a:solidFill>
              </a:defRPr>
            </a:lvl5pPr>
          </a:lstStyle>
          <a:p>
            <a:pPr lvl="0"/>
            <a:r>
              <a:rPr lang="en-US" dirty="0"/>
              <a:t>Click to add image caption</a:t>
            </a:r>
          </a:p>
        </p:txBody>
      </p:sp>
      <p:sp>
        <p:nvSpPr>
          <p:cNvPr id="20" name="Picture Placeholder 8"/>
          <p:cNvSpPr>
            <a:spLocks noGrp="1"/>
          </p:cNvSpPr>
          <p:nvPr>
            <p:ph type="pic" sz="quarter" idx="23" hasCustomPrompt="1"/>
          </p:nvPr>
        </p:nvSpPr>
        <p:spPr>
          <a:xfrm>
            <a:off x="3577696" y="1181100"/>
            <a:ext cx="2446337" cy="1513268"/>
          </a:xfrm>
          <a:solidFill>
            <a:schemeClr val="bg1">
              <a:lumMod val="85000"/>
            </a:schemeClr>
          </a:solidFill>
          <a:ln>
            <a:noFill/>
          </a:ln>
        </p:spPr>
        <p:txBody>
          <a:bodyPr anchor="ctr"/>
          <a:lstStyle>
            <a:lvl1pPr marL="0" indent="0" algn="ctr">
              <a:buNone/>
              <a:defRPr/>
            </a:lvl1pPr>
          </a:lstStyle>
          <a:p>
            <a:r>
              <a:rPr lang="en-US" dirty="0"/>
              <a:t>Click to add image</a:t>
            </a:r>
          </a:p>
        </p:txBody>
      </p:sp>
      <p:sp>
        <p:nvSpPr>
          <p:cNvPr id="21" name="Text Placeholder 9"/>
          <p:cNvSpPr>
            <a:spLocks noGrp="1"/>
          </p:cNvSpPr>
          <p:nvPr>
            <p:ph type="body" sz="quarter" idx="24" hasCustomPrompt="1"/>
          </p:nvPr>
        </p:nvSpPr>
        <p:spPr>
          <a:xfrm>
            <a:off x="6181726" y="2829927"/>
            <a:ext cx="2446337" cy="258345"/>
          </a:xfrm>
        </p:spPr>
        <p:txBody>
          <a:bodyPr anchor="t">
            <a:noAutofit/>
          </a:bodyPr>
          <a:lstStyle>
            <a:lvl1pPr marL="0" indent="0">
              <a:buNone/>
              <a:defRPr sz="1200" b="0" baseline="0">
                <a:solidFill>
                  <a:schemeClr val="accent2"/>
                </a:solidFill>
              </a:defRPr>
            </a:lvl1pPr>
            <a:lvl2pPr marL="457200" indent="0">
              <a:buNone/>
              <a:defRPr sz="1600" b="1">
                <a:solidFill>
                  <a:schemeClr val="accent3"/>
                </a:solidFill>
              </a:defRPr>
            </a:lvl2pPr>
            <a:lvl3pPr marL="914400" indent="0">
              <a:buNone/>
              <a:defRPr sz="1600" b="1">
                <a:solidFill>
                  <a:schemeClr val="accent3"/>
                </a:solidFill>
              </a:defRPr>
            </a:lvl3pPr>
            <a:lvl4pPr marL="1371600" indent="0">
              <a:buNone/>
              <a:defRPr sz="1600" b="1">
                <a:solidFill>
                  <a:schemeClr val="accent3"/>
                </a:solidFill>
              </a:defRPr>
            </a:lvl4pPr>
            <a:lvl5pPr marL="1828800" indent="0">
              <a:buNone/>
              <a:defRPr sz="1600" b="1">
                <a:solidFill>
                  <a:schemeClr val="accent3"/>
                </a:solidFill>
              </a:defRPr>
            </a:lvl5pPr>
          </a:lstStyle>
          <a:p>
            <a:pPr lvl="0"/>
            <a:r>
              <a:rPr lang="en-US" dirty="0"/>
              <a:t>Click to add image caption</a:t>
            </a:r>
          </a:p>
        </p:txBody>
      </p:sp>
      <p:sp>
        <p:nvSpPr>
          <p:cNvPr id="29" name="Picture Placeholder 8"/>
          <p:cNvSpPr>
            <a:spLocks noGrp="1"/>
          </p:cNvSpPr>
          <p:nvPr>
            <p:ph type="pic" sz="quarter" idx="25" hasCustomPrompt="1"/>
          </p:nvPr>
        </p:nvSpPr>
        <p:spPr>
          <a:xfrm>
            <a:off x="6185429" y="1181100"/>
            <a:ext cx="2446337" cy="1513268"/>
          </a:xfrm>
          <a:solidFill>
            <a:schemeClr val="bg1">
              <a:lumMod val="85000"/>
            </a:schemeClr>
          </a:solidFill>
          <a:ln>
            <a:noFill/>
          </a:ln>
        </p:spPr>
        <p:txBody>
          <a:bodyPr anchor="ctr"/>
          <a:lstStyle>
            <a:lvl1pPr marL="0" indent="0" algn="ctr">
              <a:buNone/>
              <a:defRPr/>
            </a:lvl1pPr>
          </a:lstStyle>
          <a:p>
            <a:r>
              <a:rPr lang="en-US" dirty="0"/>
              <a:t>Click to add image</a:t>
            </a:r>
          </a:p>
        </p:txBody>
      </p:sp>
      <p:sp>
        <p:nvSpPr>
          <p:cNvPr id="30" name="Text Placeholder 9"/>
          <p:cNvSpPr>
            <a:spLocks noGrp="1"/>
          </p:cNvSpPr>
          <p:nvPr>
            <p:ph type="body" sz="quarter" idx="26" hasCustomPrompt="1"/>
          </p:nvPr>
        </p:nvSpPr>
        <p:spPr>
          <a:xfrm>
            <a:off x="8793163" y="2829927"/>
            <a:ext cx="2446337" cy="258345"/>
          </a:xfrm>
        </p:spPr>
        <p:txBody>
          <a:bodyPr anchor="t">
            <a:noAutofit/>
          </a:bodyPr>
          <a:lstStyle>
            <a:lvl1pPr marL="0" indent="0">
              <a:buNone/>
              <a:defRPr sz="1200" b="0" baseline="0">
                <a:solidFill>
                  <a:schemeClr val="accent2"/>
                </a:solidFill>
              </a:defRPr>
            </a:lvl1pPr>
            <a:lvl2pPr marL="457200" indent="0">
              <a:buNone/>
              <a:defRPr sz="1600" b="1">
                <a:solidFill>
                  <a:schemeClr val="accent3"/>
                </a:solidFill>
              </a:defRPr>
            </a:lvl2pPr>
            <a:lvl3pPr marL="914400" indent="0">
              <a:buNone/>
              <a:defRPr sz="1600" b="1">
                <a:solidFill>
                  <a:schemeClr val="accent3"/>
                </a:solidFill>
              </a:defRPr>
            </a:lvl3pPr>
            <a:lvl4pPr marL="1371600" indent="0">
              <a:buNone/>
              <a:defRPr sz="1600" b="1">
                <a:solidFill>
                  <a:schemeClr val="accent3"/>
                </a:solidFill>
              </a:defRPr>
            </a:lvl4pPr>
            <a:lvl5pPr marL="1828800" indent="0">
              <a:buNone/>
              <a:defRPr sz="1600" b="1">
                <a:solidFill>
                  <a:schemeClr val="accent3"/>
                </a:solidFill>
              </a:defRPr>
            </a:lvl5pPr>
          </a:lstStyle>
          <a:p>
            <a:pPr lvl="0"/>
            <a:r>
              <a:rPr lang="en-US" dirty="0"/>
              <a:t>Click to add image caption</a:t>
            </a:r>
          </a:p>
        </p:txBody>
      </p:sp>
      <p:sp>
        <p:nvSpPr>
          <p:cNvPr id="31" name="Picture Placeholder 8"/>
          <p:cNvSpPr>
            <a:spLocks noGrp="1"/>
          </p:cNvSpPr>
          <p:nvPr>
            <p:ph type="pic" sz="quarter" idx="27" hasCustomPrompt="1"/>
          </p:nvPr>
        </p:nvSpPr>
        <p:spPr>
          <a:xfrm>
            <a:off x="8793163" y="1181100"/>
            <a:ext cx="2446337" cy="1513268"/>
          </a:xfrm>
          <a:solidFill>
            <a:schemeClr val="bg1">
              <a:lumMod val="85000"/>
            </a:schemeClr>
          </a:solidFill>
          <a:ln>
            <a:noFill/>
          </a:ln>
        </p:spPr>
        <p:txBody>
          <a:bodyPr anchor="ctr"/>
          <a:lstStyle>
            <a:lvl1pPr marL="0" indent="0" algn="ctr">
              <a:buNone/>
              <a:defRPr/>
            </a:lvl1pPr>
          </a:lstStyle>
          <a:p>
            <a:r>
              <a:rPr lang="en-US" dirty="0"/>
              <a:t>Click to add image</a:t>
            </a:r>
          </a:p>
        </p:txBody>
      </p:sp>
      <p:sp>
        <p:nvSpPr>
          <p:cNvPr id="32" name="Text Placeholder 9"/>
          <p:cNvSpPr>
            <a:spLocks noGrp="1"/>
          </p:cNvSpPr>
          <p:nvPr>
            <p:ph type="body" sz="quarter" idx="28" hasCustomPrompt="1"/>
          </p:nvPr>
        </p:nvSpPr>
        <p:spPr>
          <a:xfrm>
            <a:off x="952500" y="5183771"/>
            <a:ext cx="2456925" cy="258345"/>
          </a:xfrm>
        </p:spPr>
        <p:txBody>
          <a:bodyPr anchor="t">
            <a:noAutofit/>
          </a:bodyPr>
          <a:lstStyle>
            <a:lvl1pPr marL="0" indent="0">
              <a:buNone/>
              <a:defRPr sz="1200" b="0" baseline="0">
                <a:solidFill>
                  <a:schemeClr val="accent2"/>
                </a:solidFill>
              </a:defRPr>
            </a:lvl1pPr>
            <a:lvl2pPr marL="457200" indent="0">
              <a:buNone/>
              <a:defRPr sz="1600" b="1">
                <a:solidFill>
                  <a:schemeClr val="accent3"/>
                </a:solidFill>
              </a:defRPr>
            </a:lvl2pPr>
            <a:lvl3pPr marL="914400" indent="0">
              <a:buNone/>
              <a:defRPr sz="1600" b="1">
                <a:solidFill>
                  <a:schemeClr val="accent3"/>
                </a:solidFill>
              </a:defRPr>
            </a:lvl3pPr>
            <a:lvl4pPr marL="1371600" indent="0">
              <a:buNone/>
              <a:defRPr sz="1600" b="1">
                <a:solidFill>
                  <a:schemeClr val="accent3"/>
                </a:solidFill>
              </a:defRPr>
            </a:lvl4pPr>
            <a:lvl5pPr marL="1828800" indent="0">
              <a:buNone/>
              <a:defRPr sz="1600" b="1">
                <a:solidFill>
                  <a:schemeClr val="accent3"/>
                </a:solidFill>
              </a:defRPr>
            </a:lvl5pPr>
          </a:lstStyle>
          <a:p>
            <a:pPr lvl="0"/>
            <a:r>
              <a:rPr lang="en-US" dirty="0"/>
              <a:t>Click to add image caption</a:t>
            </a:r>
          </a:p>
        </p:txBody>
      </p:sp>
      <p:sp>
        <p:nvSpPr>
          <p:cNvPr id="33" name="Picture Placeholder 8"/>
          <p:cNvSpPr>
            <a:spLocks noGrp="1"/>
          </p:cNvSpPr>
          <p:nvPr>
            <p:ph type="pic" sz="quarter" idx="29" hasCustomPrompt="1"/>
          </p:nvPr>
        </p:nvSpPr>
        <p:spPr>
          <a:xfrm>
            <a:off x="952500" y="3543300"/>
            <a:ext cx="2456925" cy="1504912"/>
          </a:xfrm>
          <a:solidFill>
            <a:schemeClr val="bg1">
              <a:lumMod val="85000"/>
            </a:schemeClr>
          </a:solidFill>
          <a:ln>
            <a:noFill/>
          </a:ln>
        </p:spPr>
        <p:txBody>
          <a:bodyPr anchor="ctr"/>
          <a:lstStyle>
            <a:lvl1pPr marL="0" indent="0" algn="ctr">
              <a:buNone/>
              <a:defRPr/>
            </a:lvl1pPr>
          </a:lstStyle>
          <a:p>
            <a:r>
              <a:rPr lang="en-US" dirty="0"/>
              <a:t>Click to add image</a:t>
            </a:r>
          </a:p>
        </p:txBody>
      </p:sp>
      <p:sp>
        <p:nvSpPr>
          <p:cNvPr id="34" name="Text Placeholder 9"/>
          <p:cNvSpPr>
            <a:spLocks noGrp="1"/>
          </p:cNvSpPr>
          <p:nvPr>
            <p:ph type="body" sz="quarter" idx="30" hasCustomPrompt="1"/>
          </p:nvPr>
        </p:nvSpPr>
        <p:spPr>
          <a:xfrm>
            <a:off x="3581400" y="5183771"/>
            <a:ext cx="2446337" cy="258345"/>
          </a:xfrm>
        </p:spPr>
        <p:txBody>
          <a:bodyPr anchor="t">
            <a:noAutofit/>
          </a:bodyPr>
          <a:lstStyle>
            <a:lvl1pPr marL="0" indent="0">
              <a:buNone/>
              <a:defRPr sz="1200" b="0" baseline="0">
                <a:solidFill>
                  <a:schemeClr val="accent2"/>
                </a:solidFill>
              </a:defRPr>
            </a:lvl1pPr>
            <a:lvl2pPr marL="457200" indent="0">
              <a:buNone/>
              <a:defRPr sz="1600" b="1">
                <a:solidFill>
                  <a:schemeClr val="accent3"/>
                </a:solidFill>
              </a:defRPr>
            </a:lvl2pPr>
            <a:lvl3pPr marL="914400" indent="0">
              <a:buNone/>
              <a:defRPr sz="1600" b="1">
                <a:solidFill>
                  <a:schemeClr val="accent3"/>
                </a:solidFill>
              </a:defRPr>
            </a:lvl3pPr>
            <a:lvl4pPr marL="1371600" indent="0">
              <a:buNone/>
              <a:defRPr sz="1600" b="1">
                <a:solidFill>
                  <a:schemeClr val="accent3"/>
                </a:solidFill>
              </a:defRPr>
            </a:lvl4pPr>
            <a:lvl5pPr marL="1828800" indent="0">
              <a:buNone/>
              <a:defRPr sz="1600" b="1">
                <a:solidFill>
                  <a:schemeClr val="accent3"/>
                </a:solidFill>
              </a:defRPr>
            </a:lvl5pPr>
          </a:lstStyle>
          <a:p>
            <a:pPr lvl="0"/>
            <a:r>
              <a:rPr lang="en-US" dirty="0"/>
              <a:t>Click to add image caption</a:t>
            </a:r>
          </a:p>
        </p:txBody>
      </p:sp>
      <p:sp>
        <p:nvSpPr>
          <p:cNvPr id="35" name="Picture Placeholder 8"/>
          <p:cNvSpPr>
            <a:spLocks noGrp="1"/>
          </p:cNvSpPr>
          <p:nvPr>
            <p:ph type="pic" sz="quarter" idx="31" hasCustomPrompt="1"/>
          </p:nvPr>
        </p:nvSpPr>
        <p:spPr>
          <a:xfrm>
            <a:off x="3577696" y="3543300"/>
            <a:ext cx="2446337" cy="1504912"/>
          </a:xfrm>
          <a:solidFill>
            <a:schemeClr val="bg1">
              <a:lumMod val="85000"/>
            </a:schemeClr>
          </a:solidFill>
          <a:ln>
            <a:noFill/>
          </a:ln>
        </p:spPr>
        <p:txBody>
          <a:bodyPr anchor="ctr"/>
          <a:lstStyle>
            <a:lvl1pPr marL="0" indent="0" algn="ctr">
              <a:buNone/>
              <a:defRPr/>
            </a:lvl1pPr>
          </a:lstStyle>
          <a:p>
            <a:r>
              <a:rPr lang="en-US" dirty="0"/>
              <a:t>Click to add image</a:t>
            </a:r>
          </a:p>
        </p:txBody>
      </p:sp>
      <p:sp>
        <p:nvSpPr>
          <p:cNvPr id="36" name="Text Placeholder 9"/>
          <p:cNvSpPr>
            <a:spLocks noGrp="1"/>
          </p:cNvSpPr>
          <p:nvPr>
            <p:ph type="body" sz="quarter" idx="32" hasCustomPrompt="1"/>
          </p:nvPr>
        </p:nvSpPr>
        <p:spPr>
          <a:xfrm>
            <a:off x="6181726" y="5183771"/>
            <a:ext cx="2446337" cy="258345"/>
          </a:xfrm>
        </p:spPr>
        <p:txBody>
          <a:bodyPr anchor="t">
            <a:noAutofit/>
          </a:bodyPr>
          <a:lstStyle>
            <a:lvl1pPr marL="0" indent="0">
              <a:buNone/>
              <a:defRPr sz="1200" b="0" baseline="0">
                <a:solidFill>
                  <a:schemeClr val="accent2"/>
                </a:solidFill>
              </a:defRPr>
            </a:lvl1pPr>
            <a:lvl2pPr marL="457200" indent="0">
              <a:buNone/>
              <a:defRPr sz="1600" b="1">
                <a:solidFill>
                  <a:schemeClr val="accent3"/>
                </a:solidFill>
              </a:defRPr>
            </a:lvl2pPr>
            <a:lvl3pPr marL="914400" indent="0">
              <a:buNone/>
              <a:defRPr sz="1600" b="1">
                <a:solidFill>
                  <a:schemeClr val="accent3"/>
                </a:solidFill>
              </a:defRPr>
            </a:lvl3pPr>
            <a:lvl4pPr marL="1371600" indent="0">
              <a:buNone/>
              <a:defRPr sz="1600" b="1">
                <a:solidFill>
                  <a:schemeClr val="accent3"/>
                </a:solidFill>
              </a:defRPr>
            </a:lvl4pPr>
            <a:lvl5pPr marL="1828800" indent="0">
              <a:buNone/>
              <a:defRPr sz="1600" b="1">
                <a:solidFill>
                  <a:schemeClr val="accent3"/>
                </a:solidFill>
              </a:defRPr>
            </a:lvl5pPr>
          </a:lstStyle>
          <a:p>
            <a:pPr lvl="0"/>
            <a:r>
              <a:rPr lang="en-US" dirty="0"/>
              <a:t>Click to add image caption</a:t>
            </a:r>
          </a:p>
        </p:txBody>
      </p:sp>
      <p:sp>
        <p:nvSpPr>
          <p:cNvPr id="37" name="Picture Placeholder 8"/>
          <p:cNvSpPr>
            <a:spLocks noGrp="1"/>
          </p:cNvSpPr>
          <p:nvPr>
            <p:ph type="pic" sz="quarter" idx="33" hasCustomPrompt="1"/>
          </p:nvPr>
        </p:nvSpPr>
        <p:spPr>
          <a:xfrm>
            <a:off x="6185429" y="3543300"/>
            <a:ext cx="2446337" cy="1504912"/>
          </a:xfrm>
          <a:solidFill>
            <a:schemeClr val="bg1">
              <a:lumMod val="85000"/>
            </a:schemeClr>
          </a:solidFill>
          <a:ln>
            <a:noFill/>
          </a:ln>
        </p:spPr>
        <p:txBody>
          <a:bodyPr anchor="ctr"/>
          <a:lstStyle>
            <a:lvl1pPr marL="0" indent="0" algn="ctr">
              <a:buNone/>
              <a:defRPr/>
            </a:lvl1pPr>
          </a:lstStyle>
          <a:p>
            <a:r>
              <a:rPr lang="en-US" dirty="0"/>
              <a:t>Click to add image</a:t>
            </a:r>
          </a:p>
        </p:txBody>
      </p:sp>
      <p:sp>
        <p:nvSpPr>
          <p:cNvPr id="38" name="Text Placeholder 9"/>
          <p:cNvSpPr>
            <a:spLocks noGrp="1"/>
          </p:cNvSpPr>
          <p:nvPr>
            <p:ph type="body" sz="quarter" idx="34" hasCustomPrompt="1"/>
          </p:nvPr>
        </p:nvSpPr>
        <p:spPr>
          <a:xfrm>
            <a:off x="8793163" y="5183771"/>
            <a:ext cx="2446337" cy="258345"/>
          </a:xfrm>
        </p:spPr>
        <p:txBody>
          <a:bodyPr anchor="t">
            <a:noAutofit/>
          </a:bodyPr>
          <a:lstStyle>
            <a:lvl1pPr marL="0" indent="0">
              <a:buNone/>
              <a:defRPr sz="1200" b="0" baseline="0">
                <a:solidFill>
                  <a:schemeClr val="accent2"/>
                </a:solidFill>
              </a:defRPr>
            </a:lvl1pPr>
            <a:lvl2pPr marL="457200" indent="0">
              <a:buNone/>
              <a:defRPr sz="1600" b="1">
                <a:solidFill>
                  <a:schemeClr val="accent3"/>
                </a:solidFill>
              </a:defRPr>
            </a:lvl2pPr>
            <a:lvl3pPr marL="914400" indent="0">
              <a:buNone/>
              <a:defRPr sz="1600" b="1">
                <a:solidFill>
                  <a:schemeClr val="accent3"/>
                </a:solidFill>
              </a:defRPr>
            </a:lvl3pPr>
            <a:lvl4pPr marL="1371600" indent="0">
              <a:buNone/>
              <a:defRPr sz="1600" b="1">
                <a:solidFill>
                  <a:schemeClr val="accent3"/>
                </a:solidFill>
              </a:defRPr>
            </a:lvl4pPr>
            <a:lvl5pPr marL="1828800" indent="0">
              <a:buNone/>
              <a:defRPr sz="1600" b="1">
                <a:solidFill>
                  <a:schemeClr val="accent3"/>
                </a:solidFill>
              </a:defRPr>
            </a:lvl5pPr>
          </a:lstStyle>
          <a:p>
            <a:pPr lvl="0"/>
            <a:r>
              <a:rPr lang="en-US" dirty="0"/>
              <a:t>Click to add image caption</a:t>
            </a:r>
          </a:p>
        </p:txBody>
      </p:sp>
      <p:sp>
        <p:nvSpPr>
          <p:cNvPr id="39" name="Picture Placeholder 8"/>
          <p:cNvSpPr>
            <a:spLocks noGrp="1"/>
          </p:cNvSpPr>
          <p:nvPr>
            <p:ph type="pic" sz="quarter" idx="35" hasCustomPrompt="1"/>
          </p:nvPr>
        </p:nvSpPr>
        <p:spPr>
          <a:xfrm>
            <a:off x="8793163" y="3543300"/>
            <a:ext cx="2446337" cy="1504912"/>
          </a:xfrm>
          <a:solidFill>
            <a:schemeClr val="bg1">
              <a:lumMod val="85000"/>
            </a:schemeClr>
          </a:solidFill>
          <a:ln>
            <a:noFill/>
          </a:ln>
        </p:spPr>
        <p:txBody>
          <a:bodyPr anchor="ctr"/>
          <a:lstStyle>
            <a:lvl1pPr marL="0" indent="0" algn="ctr">
              <a:buNone/>
              <a:defRPr/>
            </a:lvl1pPr>
          </a:lstStyle>
          <a:p>
            <a:r>
              <a:rPr lang="en-US" dirty="0"/>
              <a:t>Click to add image</a:t>
            </a:r>
          </a:p>
        </p:txBody>
      </p:sp>
      <p:sp>
        <p:nvSpPr>
          <p:cNvPr id="23" name="Title 1"/>
          <p:cNvSpPr>
            <a:spLocks noGrp="1"/>
          </p:cNvSpPr>
          <p:nvPr>
            <p:ph type="title" hasCustomPrompt="1"/>
          </p:nvPr>
        </p:nvSpPr>
        <p:spPr>
          <a:xfrm>
            <a:off x="457200" y="419100"/>
            <a:ext cx="11277600" cy="762000"/>
          </a:xfrm>
        </p:spPr>
        <p:txBody>
          <a:bodyPr/>
          <a:lstStyle/>
          <a:p>
            <a:r>
              <a:rPr lang="en-US" dirty="0"/>
              <a:t>Click to add title</a:t>
            </a:r>
          </a:p>
        </p:txBody>
      </p:sp>
      <p:sp>
        <p:nvSpPr>
          <p:cNvPr id="8" name="Date Placeholder 7"/>
          <p:cNvSpPr>
            <a:spLocks noGrp="1"/>
          </p:cNvSpPr>
          <p:nvPr>
            <p:ph type="dt" sz="half" idx="36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10" name="Footer Placeholder 9"/>
          <p:cNvSpPr>
            <a:spLocks noGrp="1"/>
          </p:cNvSpPr>
          <p:nvPr>
            <p:ph type="ftr" sz="quarter" idx="37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11" name="Slide Number Placeholder 10"/>
          <p:cNvSpPr>
            <a:spLocks noGrp="1"/>
          </p:cNvSpPr>
          <p:nvPr>
            <p:ph type="sldNum" sz="quarter" idx="38"/>
          </p:nvPr>
        </p:nvSpPr>
        <p:spPr/>
        <p:txBody>
          <a:bodyPr/>
          <a:lstStyle/>
          <a:p>
            <a:fld id="{A2D3FCAD-823A-476E-8B64-08133BA4013A}" type="slidenum">
              <a:rPr lang="en-US" smtClean="0"/>
              <a:t>‹#›</a:t>
            </a:fld>
            <a:endParaRPr lang="en-US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D932D435-0069-4542-8669-58EFE49F227D}"/>
              </a:ext>
            </a:extLst>
          </p:cNvPr>
          <p:cNvSpPr/>
          <p:nvPr userDrawn="1"/>
        </p:nvSpPr>
        <p:spPr>
          <a:xfrm>
            <a:off x="341831" y="6551750"/>
            <a:ext cx="374947" cy="267795"/>
          </a:xfrm>
          <a:prstGeom prst="rect">
            <a:avLst/>
          </a:prstGeom>
          <a:solidFill>
            <a:srgbClr val="F2F2F2"/>
          </a:solidFill>
          <a:ln>
            <a:solidFill>
              <a:srgbClr val="F2F2F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rmAutofit fontScale="70000" lnSpcReduction="20000"/>
          </a:bodyPr>
          <a:lstStyle/>
          <a:p>
            <a:pPr algn="ctr"/>
            <a:endParaRPr lang="en-US" sz="2000" dirty="0" err="1"/>
          </a:p>
        </p:txBody>
      </p:sp>
    </p:spTree>
    <p:extLst>
      <p:ext uri="{BB962C8B-B14F-4D97-AF65-F5344CB8AC3E}">
        <p14:creationId xmlns:p14="http://schemas.microsoft.com/office/powerpoint/2010/main" val="2841319445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Image Gallery, Subtit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Text Placeholder 9"/>
          <p:cNvSpPr>
            <a:spLocks noGrp="1"/>
          </p:cNvSpPr>
          <p:nvPr>
            <p:ph type="body" sz="quarter" idx="16" hasCustomPrompt="1"/>
          </p:nvPr>
        </p:nvSpPr>
        <p:spPr>
          <a:xfrm>
            <a:off x="952500" y="3134727"/>
            <a:ext cx="2456925" cy="258345"/>
          </a:xfrm>
        </p:spPr>
        <p:txBody>
          <a:bodyPr anchor="t">
            <a:noAutofit/>
          </a:bodyPr>
          <a:lstStyle>
            <a:lvl1pPr marL="0" indent="0">
              <a:buNone/>
              <a:defRPr sz="1200" b="0" baseline="0">
                <a:solidFill>
                  <a:schemeClr val="accent2"/>
                </a:solidFill>
              </a:defRPr>
            </a:lvl1pPr>
            <a:lvl2pPr marL="457200" indent="0">
              <a:buNone/>
              <a:defRPr sz="1600" b="1">
                <a:solidFill>
                  <a:schemeClr val="accent3"/>
                </a:solidFill>
              </a:defRPr>
            </a:lvl2pPr>
            <a:lvl3pPr marL="914400" indent="0">
              <a:buNone/>
              <a:defRPr sz="1600" b="1">
                <a:solidFill>
                  <a:schemeClr val="accent3"/>
                </a:solidFill>
              </a:defRPr>
            </a:lvl3pPr>
            <a:lvl4pPr marL="1371600" indent="0">
              <a:buNone/>
              <a:defRPr sz="1600" b="1">
                <a:solidFill>
                  <a:schemeClr val="accent3"/>
                </a:solidFill>
              </a:defRPr>
            </a:lvl4pPr>
            <a:lvl5pPr marL="1828800" indent="0">
              <a:buNone/>
              <a:defRPr sz="1600" b="1">
                <a:solidFill>
                  <a:schemeClr val="accent3"/>
                </a:solidFill>
              </a:defRPr>
            </a:lvl5pPr>
          </a:lstStyle>
          <a:p>
            <a:pPr lvl="0"/>
            <a:r>
              <a:rPr lang="en-US" dirty="0"/>
              <a:t>Click to add image caption</a:t>
            </a:r>
          </a:p>
        </p:txBody>
      </p:sp>
      <p:sp>
        <p:nvSpPr>
          <p:cNvPr id="9" name="Picture Placeholder 8"/>
          <p:cNvSpPr>
            <a:spLocks noGrp="1"/>
          </p:cNvSpPr>
          <p:nvPr>
            <p:ph type="pic" sz="quarter" idx="21" hasCustomPrompt="1"/>
          </p:nvPr>
        </p:nvSpPr>
        <p:spPr>
          <a:xfrm>
            <a:off x="952500" y="1485900"/>
            <a:ext cx="2456925" cy="1513268"/>
          </a:xfrm>
          <a:solidFill>
            <a:schemeClr val="bg1">
              <a:lumMod val="85000"/>
            </a:schemeClr>
          </a:solidFill>
          <a:ln>
            <a:noFill/>
          </a:ln>
        </p:spPr>
        <p:txBody>
          <a:bodyPr anchor="ctr"/>
          <a:lstStyle>
            <a:lvl1pPr marL="0" indent="0" algn="ctr">
              <a:buNone/>
              <a:defRPr/>
            </a:lvl1pPr>
          </a:lstStyle>
          <a:p>
            <a:r>
              <a:rPr lang="en-US" dirty="0"/>
              <a:t>Click to add image</a:t>
            </a:r>
          </a:p>
        </p:txBody>
      </p:sp>
      <p:sp>
        <p:nvSpPr>
          <p:cNvPr id="19" name="Text Placeholder 9"/>
          <p:cNvSpPr>
            <a:spLocks noGrp="1"/>
          </p:cNvSpPr>
          <p:nvPr>
            <p:ph type="body" sz="quarter" idx="22" hasCustomPrompt="1"/>
          </p:nvPr>
        </p:nvSpPr>
        <p:spPr>
          <a:xfrm>
            <a:off x="3581400" y="3134727"/>
            <a:ext cx="2446337" cy="258345"/>
          </a:xfrm>
        </p:spPr>
        <p:txBody>
          <a:bodyPr anchor="t">
            <a:noAutofit/>
          </a:bodyPr>
          <a:lstStyle>
            <a:lvl1pPr marL="0" indent="0">
              <a:buNone/>
              <a:defRPr sz="1200" b="0" baseline="0">
                <a:solidFill>
                  <a:schemeClr val="accent2"/>
                </a:solidFill>
              </a:defRPr>
            </a:lvl1pPr>
            <a:lvl2pPr marL="457200" indent="0">
              <a:buNone/>
              <a:defRPr sz="1600" b="1">
                <a:solidFill>
                  <a:schemeClr val="accent3"/>
                </a:solidFill>
              </a:defRPr>
            </a:lvl2pPr>
            <a:lvl3pPr marL="914400" indent="0">
              <a:buNone/>
              <a:defRPr sz="1600" b="1">
                <a:solidFill>
                  <a:schemeClr val="accent3"/>
                </a:solidFill>
              </a:defRPr>
            </a:lvl3pPr>
            <a:lvl4pPr marL="1371600" indent="0">
              <a:buNone/>
              <a:defRPr sz="1600" b="1">
                <a:solidFill>
                  <a:schemeClr val="accent3"/>
                </a:solidFill>
              </a:defRPr>
            </a:lvl4pPr>
            <a:lvl5pPr marL="1828800" indent="0">
              <a:buNone/>
              <a:defRPr sz="1600" b="1">
                <a:solidFill>
                  <a:schemeClr val="accent3"/>
                </a:solidFill>
              </a:defRPr>
            </a:lvl5pPr>
          </a:lstStyle>
          <a:p>
            <a:pPr lvl="0"/>
            <a:r>
              <a:rPr lang="en-US" dirty="0"/>
              <a:t>Click to add image caption</a:t>
            </a:r>
          </a:p>
        </p:txBody>
      </p:sp>
      <p:sp>
        <p:nvSpPr>
          <p:cNvPr id="20" name="Picture Placeholder 8"/>
          <p:cNvSpPr>
            <a:spLocks noGrp="1"/>
          </p:cNvSpPr>
          <p:nvPr>
            <p:ph type="pic" sz="quarter" idx="23" hasCustomPrompt="1"/>
          </p:nvPr>
        </p:nvSpPr>
        <p:spPr>
          <a:xfrm>
            <a:off x="3577696" y="1485900"/>
            <a:ext cx="2446337" cy="1513268"/>
          </a:xfrm>
          <a:solidFill>
            <a:schemeClr val="bg1">
              <a:lumMod val="85000"/>
            </a:schemeClr>
          </a:solidFill>
          <a:ln>
            <a:noFill/>
          </a:ln>
        </p:spPr>
        <p:txBody>
          <a:bodyPr anchor="ctr"/>
          <a:lstStyle>
            <a:lvl1pPr marL="0" indent="0" algn="ctr">
              <a:buNone/>
              <a:defRPr/>
            </a:lvl1pPr>
          </a:lstStyle>
          <a:p>
            <a:r>
              <a:rPr lang="en-US" dirty="0"/>
              <a:t>Click to add image</a:t>
            </a:r>
          </a:p>
        </p:txBody>
      </p:sp>
      <p:sp>
        <p:nvSpPr>
          <p:cNvPr id="21" name="Text Placeholder 9"/>
          <p:cNvSpPr>
            <a:spLocks noGrp="1"/>
          </p:cNvSpPr>
          <p:nvPr>
            <p:ph type="body" sz="quarter" idx="24" hasCustomPrompt="1"/>
          </p:nvPr>
        </p:nvSpPr>
        <p:spPr>
          <a:xfrm>
            <a:off x="6181726" y="3134727"/>
            <a:ext cx="2446337" cy="258345"/>
          </a:xfrm>
        </p:spPr>
        <p:txBody>
          <a:bodyPr anchor="t">
            <a:noAutofit/>
          </a:bodyPr>
          <a:lstStyle>
            <a:lvl1pPr marL="0" indent="0">
              <a:buNone/>
              <a:defRPr sz="1200" b="0" baseline="0">
                <a:solidFill>
                  <a:schemeClr val="accent2"/>
                </a:solidFill>
              </a:defRPr>
            </a:lvl1pPr>
            <a:lvl2pPr marL="457200" indent="0">
              <a:buNone/>
              <a:defRPr sz="1600" b="1">
                <a:solidFill>
                  <a:schemeClr val="accent3"/>
                </a:solidFill>
              </a:defRPr>
            </a:lvl2pPr>
            <a:lvl3pPr marL="914400" indent="0">
              <a:buNone/>
              <a:defRPr sz="1600" b="1">
                <a:solidFill>
                  <a:schemeClr val="accent3"/>
                </a:solidFill>
              </a:defRPr>
            </a:lvl3pPr>
            <a:lvl4pPr marL="1371600" indent="0">
              <a:buNone/>
              <a:defRPr sz="1600" b="1">
                <a:solidFill>
                  <a:schemeClr val="accent3"/>
                </a:solidFill>
              </a:defRPr>
            </a:lvl4pPr>
            <a:lvl5pPr marL="1828800" indent="0">
              <a:buNone/>
              <a:defRPr sz="1600" b="1">
                <a:solidFill>
                  <a:schemeClr val="accent3"/>
                </a:solidFill>
              </a:defRPr>
            </a:lvl5pPr>
          </a:lstStyle>
          <a:p>
            <a:pPr lvl="0"/>
            <a:r>
              <a:rPr lang="en-US" dirty="0"/>
              <a:t>Click to add image caption</a:t>
            </a:r>
          </a:p>
        </p:txBody>
      </p:sp>
      <p:sp>
        <p:nvSpPr>
          <p:cNvPr id="29" name="Picture Placeholder 8"/>
          <p:cNvSpPr>
            <a:spLocks noGrp="1"/>
          </p:cNvSpPr>
          <p:nvPr>
            <p:ph type="pic" sz="quarter" idx="25" hasCustomPrompt="1"/>
          </p:nvPr>
        </p:nvSpPr>
        <p:spPr>
          <a:xfrm>
            <a:off x="6185429" y="1485900"/>
            <a:ext cx="2446337" cy="1513268"/>
          </a:xfrm>
          <a:solidFill>
            <a:schemeClr val="bg1">
              <a:lumMod val="85000"/>
            </a:schemeClr>
          </a:solidFill>
          <a:ln>
            <a:noFill/>
          </a:ln>
        </p:spPr>
        <p:txBody>
          <a:bodyPr anchor="ctr"/>
          <a:lstStyle>
            <a:lvl1pPr marL="0" indent="0" algn="ctr">
              <a:buNone/>
              <a:defRPr/>
            </a:lvl1pPr>
          </a:lstStyle>
          <a:p>
            <a:r>
              <a:rPr lang="en-US" dirty="0"/>
              <a:t>Click to add image</a:t>
            </a:r>
          </a:p>
        </p:txBody>
      </p:sp>
      <p:sp>
        <p:nvSpPr>
          <p:cNvPr id="30" name="Text Placeholder 9"/>
          <p:cNvSpPr>
            <a:spLocks noGrp="1"/>
          </p:cNvSpPr>
          <p:nvPr>
            <p:ph type="body" sz="quarter" idx="26" hasCustomPrompt="1"/>
          </p:nvPr>
        </p:nvSpPr>
        <p:spPr>
          <a:xfrm>
            <a:off x="8793163" y="3134727"/>
            <a:ext cx="2446337" cy="258345"/>
          </a:xfrm>
        </p:spPr>
        <p:txBody>
          <a:bodyPr anchor="t">
            <a:noAutofit/>
          </a:bodyPr>
          <a:lstStyle>
            <a:lvl1pPr marL="0" indent="0">
              <a:buNone/>
              <a:defRPr sz="1200" b="0" baseline="0">
                <a:solidFill>
                  <a:schemeClr val="accent2"/>
                </a:solidFill>
              </a:defRPr>
            </a:lvl1pPr>
            <a:lvl2pPr marL="457200" indent="0">
              <a:buNone/>
              <a:defRPr sz="1600" b="1">
                <a:solidFill>
                  <a:schemeClr val="accent3"/>
                </a:solidFill>
              </a:defRPr>
            </a:lvl2pPr>
            <a:lvl3pPr marL="914400" indent="0">
              <a:buNone/>
              <a:defRPr sz="1600" b="1">
                <a:solidFill>
                  <a:schemeClr val="accent3"/>
                </a:solidFill>
              </a:defRPr>
            </a:lvl3pPr>
            <a:lvl4pPr marL="1371600" indent="0">
              <a:buNone/>
              <a:defRPr sz="1600" b="1">
                <a:solidFill>
                  <a:schemeClr val="accent3"/>
                </a:solidFill>
              </a:defRPr>
            </a:lvl4pPr>
            <a:lvl5pPr marL="1828800" indent="0">
              <a:buNone/>
              <a:defRPr sz="1600" b="1">
                <a:solidFill>
                  <a:schemeClr val="accent3"/>
                </a:solidFill>
              </a:defRPr>
            </a:lvl5pPr>
          </a:lstStyle>
          <a:p>
            <a:pPr lvl="0"/>
            <a:r>
              <a:rPr lang="en-US" dirty="0"/>
              <a:t>Click to add image caption</a:t>
            </a:r>
          </a:p>
        </p:txBody>
      </p:sp>
      <p:sp>
        <p:nvSpPr>
          <p:cNvPr id="31" name="Picture Placeholder 8"/>
          <p:cNvSpPr>
            <a:spLocks noGrp="1"/>
          </p:cNvSpPr>
          <p:nvPr>
            <p:ph type="pic" sz="quarter" idx="27" hasCustomPrompt="1"/>
          </p:nvPr>
        </p:nvSpPr>
        <p:spPr>
          <a:xfrm>
            <a:off x="8793163" y="1485900"/>
            <a:ext cx="2446337" cy="1513268"/>
          </a:xfrm>
          <a:solidFill>
            <a:schemeClr val="bg1">
              <a:lumMod val="85000"/>
            </a:schemeClr>
          </a:solidFill>
          <a:ln>
            <a:noFill/>
          </a:ln>
        </p:spPr>
        <p:txBody>
          <a:bodyPr anchor="ctr"/>
          <a:lstStyle>
            <a:lvl1pPr marL="0" indent="0" algn="ctr">
              <a:buNone/>
              <a:defRPr/>
            </a:lvl1pPr>
          </a:lstStyle>
          <a:p>
            <a:r>
              <a:rPr lang="en-US" dirty="0"/>
              <a:t>Click to add image</a:t>
            </a:r>
          </a:p>
        </p:txBody>
      </p:sp>
      <p:sp>
        <p:nvSpPr>
          <p:cNvPr id="32" name="Text Placeholder 9"/>
          <p:cNvSpPr>
            <a:spLocks noGrp="1"/>
          </p:cNvSpPr>
          <p:nvPr>
            <p:ph type="body" sz="quarter" idx="28" hasCustomPrompt="1"/>
          </p:nvPr>
        </p:nvSpPr>
        <p:spPr>
          <a:xfrm>
            <a:off x="952500" y="5488571"/>
            <a:ext cx="2456925" cy="258345"/>
          </a:xfrm>
        </p:spPr>
        <p:txBody>
          <a:bodyPr anchor="t">
            <a:noAutofit/>
          </a:bodyPr>
          <a:lstStyle>
            <a:lvl1pPr marL="0" indent="0">
              <a:buNone/>
              <a:defRPr sz="1200" b="0" baseline="0">
                <a:solidFill>
                  <a:schemeClr val="accent2"/>
                </a:solidFill>
              </a:defRPr>
            </a:lvl1pPr>
            <a:lvl2pPr marL="457200" indent="0">
              <a:buNone/>
              <a:defRPr sz="1600" b="1">
                <a:solidFill>
                  <a:schemeClr val="accent3"/>
                </a:solidFill>
              </a:defRPr>
            </a:lvl2pPr>
            <a:lvl3pPr marL="914400" indent="0">
              <a:buNone/>
              <a:defRPr sz="1600" b="1">
                <a:solidFill>
                  <a:schemeClr val="accent3"/>
                </a:solidFill>
              </a:defRPr>
            </a:lvl3pPr>
            <a:lvl4pPr marL="1371600" indent="0">
              <a:buNone/>
              <a:defRPr sz="1600" b="1">
                <a:solidFill>
                  <a:schemeClr val="accent3"/>
                </a:solidFill>
              </a:defRPr>
            </a:lvl4pPr>
            <a:lvl5pPr marL="1828800" indent="0">
              <a:buNone/>
              <a:defRPr sz="1600" b="1">
                <a:solidFill>
                  <a:schemeClr val="accent3"/>
                </a:solidFill>
              </a:defRPr>
            </a:lvl5pPr>
          </a:lstStyle>
          <a:p>
            <a:pPr lvl="0"/>
            <a:r>
              <a:rPr lang="en-US" dirty="0"/>
              <a:t>Click to add image caption</a:t>
            </a:r>
          </a:p>
        </p:txBody>
      </p:sp>
      <p:sp>
        <p:nvSpPr>
          <p:cNvPr id="33" name="Picture Placeholder 8"/>
          <p:cNvSpPr>
            <a:spLocks noGrp="1"/>
          </p:cNvSpPr>
          <p:nvPr>
            <p:ph type="pic" sz="quarter" idx="29" hasCustomPrompt="1"/>
          </p:nvPr>
        </p:nvSpPr>
        <p:spPr>
          <a:xfrm>
            <a:off x="952500" y="3848100"/>
            <a:ext cx="2456925" cy="1504912"/>
          </a:xfrm>
          <a:solidFill>
            <a:schemeClr val="bg1">
              <a:lumMod val="85000"/>
            </a:schemeClr>
          </a:solidFill>
          <a:ln>
            <a:noFill/>
          </a:ln>
        </p:spPr>
        <p:txBody>
          <a:bodyPr anchor="ctr"/>
          <a:lstStyle>
            <a:lvl1pPr marL="0" indent="0" algn="ctr">
              <a:buNone/>
              <a:defRPr/>
            </a:lvl1pPr>
          </a:lstStyle>
          <a:p>
            <a:r>
              <a:rPr lang="en-US" dirty="0"/>
              <a:t>Click to add image</a:t>
            </a:r>
          </a:p>
        </p:txBody>
      </p:sp>
      <p:sp>
        <p:nvSpPr>
          <p:cNvPr id="34" name="Text Placeholder 9"/>
          <p:cNvSpPr>
            <a:spLocks noGrp="1"/>
          </p:cNvSpPr>
          <p:nvPr>
            <p:ph type="body" sz="quarter" idx="30" hasCustomPrompt="1"/>
          </p:nvPr>
        </p:nvSpPr>
        <p:spPr>
          <a:xfrm>
            <a:off x="3581400" y="5488571"/>
            <a:ext cx="2446337" cy="258345"/>
          </a:xfrm>
        </p:spPr>
        <p:txBody>
          <a:bodyPr anchor="t">
            <a:noAutofit/>
          </a:bodyPr>
          <a:lstStyle>
            <a:lvl1pPr marL="0" indent="0">
              <a:buNone/>
              <a:defRPr sz="1200" b="0" baseline="0">
                <a:solidFill>
                  <a:schemeClr val="accent2"/>
                </a:solidFill>
              </a:defRPr>
            </a:lvl1pPr>
            <a:lvl2pPr marL="457200" indent="0">
              <a:buNone/>
              <a:defRPr sz="1600" b="1">
                <a:solidFill>
                  <a:schemeClr val="accent3"/>
                </a:solidFill>
              </a:defRPr>
            </a:lvl2pPr>
            <a:lvl3pPr marL="914400" indent="0">
              <a:buNone/>
              <a:defRPr sz="1600" b="1">
                <a:solidFill>
                  <a:schemeClr val="accent3"/>
                </a:solidFill>
              </a:defRPr>
            </a:lvl3pPr>
            <a:lvl4pPr marL="1371600" indent="0">
              <a:buNone/>
              <a:defRPr sz="1600" b="1">
                <a:solidFill>
                  <a:schemeClr val="accent3"/>
                </a:solidFill>
              </a:defRPr>
            </a:lvl4pPr>
            <a:lvl5pPr marL="1828800" indent="0">
              <a:buNone/>
              <a:defRPr sz="1600" b="1">
                <a:solidFill>
                  <a:schemeClr val="accent3"/>
                </a:solidFill>
              </a:defRPr>
            </a:lvl5pPr>
          </a:lstStyle>
          <a:p>
            <a:pPr lvl="0"/>
            <a:r>
              <a:rPr lang="en-US" dirty="0"/>
              <a:t>Click to add image caption</a:t>
            </a:r>
          </a:p>
        </p:txBody>
      </p:sp>
      <p:sp>
        <p:nvSpPr>
          <p:cNvPr id="35" name="Picture Placeholder 8"/>
          <p:cNvSpPr>
            <a:spLocks noGrp="1"/>
          </p:cNvSpPr>
          <p:nvPr>
            <p:ph type="pic" sz="quarter" idx="31" hasCustomPrompt="1"/>
          </p:nvPr>
        </p:nvSpPr>
        <p:spPr>
          <a:xfrm>
            <a:off x="3577696" y="3848100"/>
            <a:ext cx="2446337" cy="1504912"/>
          </a:xfrm>
          <a:solidFill>
            <a:schemeClr val="bg1">
              <a:lumMod val="85000"/>
            </a:schemeClr>
          </a:solidFill>
          <a:ln>
            <a:noFill/>
          </a:ln>
        </p:spPr>
        <p:txBody>
          <a:bodyPr anchor="ctr"/>
          <a:lstStyle>
            <a:lvl1pPr marL="0" indent="0" algn="ctr">
              <a:buNone/>
              <a:defRPr/>
            </a:lvl1pPr>
          </a:lstStyle>
          <a:p>
            <a:r>
              <a:rPr lang="en-US" dirty="0"/>
              <a:t>Click to add image</a:t>
            </a:r>
          </a:p>
        </p:txBody>
      </p:sp>
      <p:sp>
        <p:nvSpPr>
          <p:cNvPr id="36" name="Text Placeholder 9"/>
          <p:cNvSpPr>
            <a:spLocks noGrp="1"/>
          </p:cNvSpPr>
          <p:nvPr>
            <p:ph type="body" sz="quarter" idx="32" hasCustomPrompt="1"/>
          </p:nvPr>
        </p:nvSpPr>
        <p:spPr>
          <a:xfrm>
            <a:off x="6181726" y="5488571"/>
            <a:ext cx="2446337" cy="258345"/>
          </a:xfrm>
        </p:spPr>
        <p:txBody>
          <a:bodyPr anchor="t">
            <a:noAutofit/>
          </a:bodyPr>
          <a:lstStyle>
            <a:lvl1pPr marL="0" indent="0">
              <a:buNone/>
              <a:defRPr sz="1200" b="0" baseline="0">
                <a:solidFill>
                  <a:schemeClr val="accent2"/>
                </a:solidFill>
              </a:defRPr>
            </a:lvl1pPr>
            <a:lvl2pPr marL="457200" indent="0">
              <a:buNone/>
              <a:defRPr sz="1600" b="1">
                <a:solidFill>
                  <a:schemeClr val="accent3"/>
                </a:solidFill>
              </a:defRPr>
            </a:lvl2pPr>
            <a:lvl3pPr marL="914400" indent="0">
              <a:buNone/>
              <a:defRPr sz="1600" b="1">
                <a:solidFill>
                  <a:schemeClr val="accent3"/>
                </a:solidFill>
              </a:defRPr>
            </a:lvl3pPr>
            <a:lvl4pPr marL="1371600" indent="0">
              <a:buNone/>
              <a:defRPr sz="1600" b="1">
                <a:solidFill>
                  <a:schemeClr val="accent3"/>
                </a:solidFill>
              </a:defRPr>
            </a:lvl4pPr>
            <a:lvl5pPr marL="1828800" indent="0">
              <a:buNone/>
              <a:defRPr sz="1600" b="1">
                <a:solidFill>
                  <a:schemeClr val="accent3"/>
                </a:solidFill>
              </a:defRPr>
            </a:lvl5pPr>
          </a:lstStyle>
          <a:p>
            <a:pPr lvl="0"/>
            <a:r>
              <a:rPr lang="en-US" dirty="0"/>
              <a:t>Click to add image caption</a:t>
            </a:r>
          </a:p>
        </p:txBody>
      </p:sp>
      <p:sp>
        <p:nvSpPr>
          <p:cNvPr id="37" name="Picture Placeholder 8"/>
          <p:cNvSpPr>
            <a:spLocks noGrp="1"/>
          </p:cNvSpPr>
          <p:nvPr>
            <p:ph type="pic" sz="quarter" idx="33" hasCustomPrompt="1"/>
          </p:nvPr>
        </p:nvSpPr>
        <p:spPr>
          <a:xfrm>
            <a:off x="6185429" y="3848100"/>
            <a:ext cx="2446337" cy="1504912"/>
          </a:xfrm>
          <a:solidFill>
            <a:schemeClr val="bg1">
              <a:lumMod val="85000"/>
            </a:schemeClr>
          </a:solidFill>
          <a:ln>
            <a:noFill/>
          </a:ln>
        </p:spPr>
        <p:txBody>
          <a:bodyPr anchor="ctr"/>
          <a:lstStyle>
            <a:lvl1pPr marL="0" indent="0" algn="ctr">
              <a:buNone/>
              <a:defRPr/>
            </a:lvl1pPr>
          </a:lstStyle>
          <a:p>
            <a:r>
              <a:rPr lang="en-US" dirty="0"/>
              <a:t>Click to add image</a:t>
            </a:r>
          </a:p>
        </p:txBody>
      </p:sp>
      <p:sp>
        <p:nvSpPr>
          <p:cNvPr id="38" name="Text Placeholder 9"/>
          <p:cNvSpPr>
            <a:spLocks noGrp="1"/>
          </p:cNvSpPr>
          <p:nvPr>
            <p:ph type="body" sz="quarter" idx="34" hasCustomPrompt="1"/>
          </p:nvPr>
        </p:nvSpPr>
        <p:spPr>
          <a:xfrm>
            <a:off x="8793163" y="5488571"/>
            <a:ext cx="2446337" cy="258345"/>
          </a:xfrm>
        </p:spPr>
        <p:txBody>
          <a:bodyPr anchor="t">
            <a:noAutofit/>
          </a:bodyPr>
          <a:lstStyle>
            <a:lvl1pPr marL="0" indent="0">
              <a:buNone/>
              <a:defRPr sz="1200" b="0" baseline="0">
                <a:solidFill>
                  <a:schemeClr val="accent2"/>
                </a:solidFill>
              </a:defRPr>
            </a:lvl1pPr>
            <a:lvl2pPr marL="457200" indent="0">
              <a:buNone/>
              <a:defRPr sz="1600" b="1">
                <a:solidFill>
                  <a:schemeClr val="accent3"/>
                </a:solidFill>
              </a:defRPr>
            </a:lvl2pPr>
            <a:lvl3pPr marL="914400" indent="0">
              <a:buNone/>
              <a:defRPr sz="1600" b="1">
                <a:solidFill>
                  <a:schemeClr val="accent3"/>
                </a:solidFill>
              </a:defRPr>
            </a:lvl3pPr>
            <a:lvl4pPr marL="1371600" indent="0">
              <a:buNone/>
              <a:defRPr sz="1600" b="1">
                <a:solidFill>
                  <a:schemeClr val="accent3"/>
                </a:solidFill>
              </a:defRPr>
            </a:lvl4pPr>
            <a:lvl5pPr marL="1828800" indent="0">
              <a:buNone/>
              <a:defRPr sz="1600" b="1">
                <a:solidFill>
                  <a:schemeClr val="accent3"/>
                </a:solidFill>
              </a:defRPr>
            </a:lvl5pPr>
          </a:lstStyle>
          <a:p>
            <a:pPr lvl="0"/>
            <a:r>
              <a:rPr lang="en-US" dirty="0"/>
              <a:t>Click to add image caption</a:t>
            </a:r>
          </a:p>
        </p:txBody>
      </p:sp>
      <p:sp>
        <p:nvSpPr>
          <p:cNvPr id="39" name="Picture Placeholder 8"/>
          <p:cNvSpPr>
            <a:spLocks noGrp="1"/>
          </p:cNvSpPr>
          <p:nvPr>
            <p:ph type="pic" sz="quarter" idx="35" hasCustomPrompt="1"/>
          </p:nvPr>
        </p:nvSpPr>
        <p:spPr>
          <a:xfrm>
            <a:off x="8793163" y="3848100"/>
            <a:ext cx="2446337" cy="1504912"/>
          </a:xfrm>
          <a:solidFill>
            <a:schemeClr val="bg1">
              <a:lumMod val="85000"/>
            </a:schemeClr>
          </a:solidFill>
          <a:ln>
            <a:noFill/>
          </a:ln>
        </p:spPr>
        <p:txBody>
          <a:bodyPr anchor="ctr"/>
          <a:lstStyle>
            <a:lvl1pPr marL="0" indent="0" algn="ctr">
              <a:buNone/>
              <a:defRPr/>
            </a:lvl1pPr>
          </a:lstStyle>
          <a:p>
            <a:r>
              <a:rPr lang="en-US" dirty="0"/>
              <a:t>Click to add image</a:t>
            </a:r>
          </a:p>
        </p:txBody>
      </p:sp>
      <p:sp>
        <p:nvSpPr>
          <p:cNvPr id="22" name="Title 1"/>
          <p:cNvSpPr>
            <a:spLocks noGrp="1"/>
          </p:cNvSpPr>
          <p:nvPr>
            <p:ph type="title" hasCustomPrompt="1"/>
          </p:nvPr>
        </p:nvSpPr>
        <p:spPr>
          <a:xfrm>
            <a:off x="457200" y="419100"/>
            <a:ext cx="11277600" cy="342899"/>
          </a:xfrm>
        </p:spPr>
        <p:txBody>
          <a:bodyPr>
            <a:noAutofit/>
          </a:bodyPr>
          <a:lstStyle>
            <a:lvl1pPr>
              <a:defRPr sz="2800"/>
            </a:lvl1pPr>
          </a:lstStyle>
          <a:p>
            <a:r>
              <a:rPr lang="en-US" dirty="0"/>
              <a:t>Click to add title </a:t>
            </a:r>
          </a:p>
        </p:txBody>
      </p:sp>
      <p:sp>
        <p:nvSpPr>
          <p:cNvPr id="24" name="Text Placeholder 8"/>
          <p:cNvSpPr>
            <a:spLocks noGrp="1"/>
          </p:cNvSpPr>
          <p:nvPr>
            <p:ph type="body" sz="quarter" idx="13" hasCustomPrompt="1"/>
          </p:nvPr>
        </p:nvSpPr>
        <p:spPr>
          <a:xfrm>
            <a:off x="457200" y="801380"/>
            <a:ext cx="11277600" cy="379720"/>
          </a:xfrm>
        </p:spPr>
        <p:txBody>
          <a:bodyPr>
            <a:normAutofit/>
          </a:bodyPr>
          <a:lstStyle>
            <a:lvl1pPr marL="0" indent="0">
              <a:buNone/>
              <a:defRPr sz="2000" baseline="0">
                <a:solidFill>
                  <a:schemeClr val="tx2">
                    <a:lumMod val="60000"/>
                    <a:lumOff val="40000"/>
                  </a:schemeClr>
                </a:solidFill>
              </a:defRPr>
            </a:lvl1pPr>
          </a:lstStyle>
          <a:p>
            <a:r>
              <a:rPr lang="en-US" sz="2000" b="0" dirty="0"/>
              <a:t>Click to add subtitle</a:t>
            </a:r>
            <a:endParaRPr lang="en-US" sz="1600" b="0" dirty="0"/>
          </a:p>
        </p:txBody>
      </p:sp>
      <p:sp>
        <p:nvSpPr>
          <p:cNvPr id="8" name="Date Placeholder 7"/>
          <p:cNvSpPr>
            <a:spLocks noGrp="1"/>
          </p:cNvSpPr>
          <p:nvPr>
            <p:ph type="dt" sz="half" idx="36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10" name="Footer Placeholder 9"/>
          <p:cNvSpPr>
            <a:spLocks noGrp="1"/>
          </p:cNvSpPr>
          <p:nvPr>
            <p:ph type="ftr" sz="quarter" idx="37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11" name="Slide Number Placeholder 10"/>
          <p:cNvSpPr>
            <a:spLocks noGrp="1"/>
          </p:cNvSpPr>
          <p:nvPr>
            <p:ph type="sldNum" sz="quarter" idx="38"/>
          </p:nvPr>
        </p:nvSpPr>
        <p:spPr/>
        <p:txBody>
          <a:bodyPr/>
          <a:lstStyle/>
          <a:p>
            <a:fld id="{A2D3FCAD-823A-476E-8B64-08133BA4013A}" type="slidenum">
              <a:rPr lang="en-US" smtClean="0"/>
              <a:t>‹#›</a:t>
            </a:fld>
            <a:endParaRPr lang="en-US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26C8E4E7-AF02-2157-4B33-602A5DE8D539}"/>
              </a:ext>
            </a:extLst>
          </p:cNvPr>
          <p:cNvSpPr/>
          <p:nvPr userDrawn="1"/>
        </p:nvSpPr>
        <p:spPr>
          <a:xfrm>
            <a:off x="341831" y="6551750"/>
            <a:ext cx="374947" cy="267795"/>
          </a:xfrm>
          <a:prstGeom prst="rect">
            <a:avLst/>
          </a:prstGeom>
          <a:solidFill>
            <a:srgbClr val="F2F2F2"/>
          </a:solidFill>
          <a:ln>
            <a:solidFill>
              <a:srgbClr val="F2F2F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rmAutofit fontScale="70000" lnSpcReduction="20000"/>
          </a:bodyPr>
          <a:lstStyle/>
          <a:p>
            <a:pPr algn="ctr"/>
            <a:endParaRPr lang="en-US" sz="2000" dirty="0" err="1"/>
          </a:p>
        </p:txBody>
      </p:sp>
    </p:spTree>
    <p:extLst>
      <p:ext uri="{BB962C8B-B14F-4D97-AF65-F5344CB8AC3E}">
        <p14:creationId xmlns:p14="http://schemas.microsoft.com/office/powerpoint/2010/main" val="137815913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/>
          <p:cNvPicPr>
            <a:picLocks noChangeAspect="1"/>
          </p:cNvPicPr>
          <p:nvPr/>
        </p:nvPicPr>
        <p:blipFill rotWithShape="1">
          <a:blip r:embed="rId2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817" y="1459"/>
            <a:ext cx="12187996" cy="6499015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685800" y="1181100"/>
            <a:ext cx="9144000" cy="1143000"/>
          </a:xfrm>
        </p:spPr>
        <p:txBody>
          <a:bodyPr anchor="b">
            <a:noAutofit/>
          </a:bodyPr>
          <a:lstStyle>
            <a:lvl1pPr>
              <a:defRPr sz="4000" baseline="0"/>
            </a:lvl1pPr>
          </a:lstStyle>
          <a:p>
            <a:r>
              <a:rPr lang="en-US" dirty="0"/>
              <a:t>Click to add title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 hasCustomPrompt="1"/>
          </p:nvPr>
        </p:nvSpPr>
        <p:spPr>
          <a:xfrm>
            <a:off x="685798" y="2437483"/>
            <a:ext cx="9145706" cy="501371"/>
          </a:xfrm>
        </p:spPr>
        <p:txBody>
          <a:bodyPr lIns="0" tIns="0" rIns="0" bIns="0">
            <a:normAutofit/>
          </a:bodyPr>
          <a:lstStyle>
            <a:lvl1pPr marL="0" indent="0">
              <a:buNone/>
              <a:defRPr sz="2400" b="1">
                <a:solidFill>
                  <a:schemeClr val="accent2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dirty="0"/>
              <a:t>Click to add subtitle</a:t>
            </a:r>
          </a:p>
        </p:txBody>
      </p:sp>
      <p:sp>
        <p:nvSpPr>
          <p:cNvPr id="11" name="Date Placeholder 10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12" name="Footer Placeholder 11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13" name="Slide Number Placeholder 1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2D3FCAD-823A-476E-8B64-08133BA4013A}" type="slidenum">
              <a:rPr lang="en-US" smtClean="0"/>
              <a:t>‹#›</a:t>
            </a:fld>
            <a:endParaRPr lang="en-US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59A7C4A9-D014-416C-4693-7D803385140D}"/>
              </a:ext>
            </a:extLst>
          </p:cNvPr>
          <p:cNvSpPr/>
          <p:nvPr userDrawn="1"/>
        </p:nvSpPr>
        <p:spPr>
          <a:xfrm>
            <a:off x="341831" y="6551750"/>
            <a:ext cx="374947" cy="267795"/>
          </a:xfrm>
          <a:prstGeom prst="rect">
            <a:avLst/>
          </a:prstGeom>
          <a:solidFill>
            <a:srgbClr val="F2F2F2"/>
          </a:solidFill>
          <a:ln>
            <a:solidFill>
              <a:srgbClr val="F2F2F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rmAutofit fontScale="70000" lnSpcReduction="20000"/>
          </a:bodyPr>
          <a:lstStyle/>
          <a:p>
            <a:pPr algn="ctr"/>
            <a:endParaRPr lang="en-US" sz="2000" dirty="0" err="1"/>
          </a:p>
        </p:txBody>
      </p:sp>
    </p:spTree>
    <p:extLst>
      <p:ext uri="{BB962C8B-B14F-4D97-AF65-F5344CB8AC3E}">
        <p14:creationId xmlns:p14="http://schemas.microsoft.com/office/powerpoint/2010/main" val="523747223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3" pos="432">
          <p15:clr>
            <a:srgbClr val="FBAE40"/>
          </p15:clr>
        </p15:guide>
      </p15:sldGuideLst>
    </p:ext>
  </p:extLst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ection Header with Im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Picture 9"/>
          <p:cNvPicPr>
            <a:picLocks noChangeAspect="1"/>
          </p:cNvPicPr>
          <p:nvPr/>
        </p:nvPicPr>
        <p:blipFill rotWithShape="1">
          <a:blip r:embed="rId2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817" y="1459"/>
            <a:ext cx="12187996" cy="6499015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685800" y="3825129"/>
            <a:ext cx="9144000" cy="594360"/>
          </a:xfrm>
        </p:spPr>
        <p:txBody>
          <a:bodyPr anchor="t">
            <a:noAutofit/>
          </a:bodyPr>
          <a:lstStyle>
            <a:lvl1pPr>
              <a:defRPr sz="4000"/>
            </a:lvl1pPr>
          </a:lstStyle>
          <a:p>
            <a:r>
              <a:rPr lang="en-US" dirty="0"/>
              <a:t>Click to add title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 hasCustomPrompt="1"/>
          </p:nvPr>
        </p:nvSpPr>
        <p:spPr>
          <a:xfrm>
            <a:off x="685800" y="4415475"/>
            <a:ext cx="9144000" cy="499215"/>
          </a:xfrm>
        </p:spPr>
        <p:txBody>
          <a:bodyPr lIns="0" tIns="0" rIns="0" bIns="0">
            <a:normAutofit/>
          </a:bodyPr>
          <a:lstStyle>
            <a:lvl1pPr marL="0" indent="0">
              <a:buNone/>
              <a:defRPr sz="2400" b="1">
                <a:solidFill>
                  <a:schemeClr val="accent2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dirty="0"/>
              <a:t>Click to add subtitle</a:t>
            </a:r>
          </a:p>
        </p:txBody>
      </p:sp>
      <p:sp>
        <p:nvSpPr>
          <p:cNvPr id="15" name="Picture Placeholder 8"/>
          <p:cNvSpPr>
            <a:spLocks noGrp="1"/>
          </p:cNvSpPr>
          <p:nvPr>
            <p:ph type="pic" sz="quarter" idx="21" hasCustomPrompt="1"/>
          </p:nvPr>
        </p:nvSpPr>
        <p:spPr>
          <a:xfrm>
            <a:off x="0" y="-9053"/>
            <a:ext cx="12192000" cy="3441700"/>
          </a:xfrm>
          <a:solidFill>
            <a:schemeClr val="bg1">
              <a:lumMod val="85000"/>
            </a:schemeClr>
          </a:solidFill>
          <a:ln>
            <a:noFill/>
          </a:ln>
        </p:spPr>
        <p:txBody>
          <a:bodyPr anchor="ctr"/>
          <a:lstStyle>
            <a:lvl1pPr marL="0" indent="0" algn="ctr">
              <a:buNone/>
              <a:defRPr/>
            </a:lvl1pPr>
          </a:lstStyle>
          <a:p>
            <a:r>
              <a:rPr lang="en-US" dirty="0"/>
              <a:t>Click to add image</a:t>
            </a:r>
          </a:p>
        </p:txBody>
      </p:sp>
      <p:sp>
        <p:nvSpPr>
          <p:cNvPr id="11" name="Date Placeholder 10"/>
          <p:cNvSpPr>
            <a:spLocks noGrp="1"/>
          </p:cNvSpPr>
          <p:nvPr>
            <p:ph type="dt" sz="half" idx="22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12" name="Footer Placeholder 11"/>
          <p:cNvSpPr>
            <a:spLocks noGrp="1"/>
          </p:cNvSpPr>
          <p:nvPr>
            <p:ph type="ftr" sz="quarter" idx="23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13" name="Slide Number Placeholder 12"/>
          <p:cNvSpPr>
            <a:spLocks noGrp="1"/>
          </p:cNvSpPr>
          <p:nvPr>
            <p:ph type="sldNum" sz="quarter" idx="24"/>
          </p:nvPr>
        </p:nvSpPr>
        <p:spPr/>
        <p:txBody>
          <a:bodyPr/>
          <a:lstStyle/>
          <a:p>
            <a:fld id="{A2D3FCAD-823A-476E-8B64-08133BA4013A}" type="slidenum">
              <a:rPr lang="en-US" smtClean="0"/>
              <a:t>‹#›</a:t>
            </a:fld>
            <a:endParaRPr lang="en-US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5670BCA6-4CE7-2C5F-3B91-6ADE445DD3A1}"/>
              </a:ext>
            </a:extLst>
          </p:cNvPr>
          <p:cNvSpPr/>
          <p:nvPr userDrawn="1"/>
        </p:nvSpPr>
        <p:spPr>
          <a:xfrm>
            <a:off x="341831" y="6551750"/>
            <a:ext cx="374947" cy="267795"/>
          </a:xfrm>
          <a:prstGeom prst="rect">
            <a:avLst/>
          </a:prstGeom>
          <a:solidFill>
            <a:srgbClr val="F2F2F2"/>
          </a:solidFill>
          <a:ln>
            <a:solidFill>
              <a:srgbClr val="F2F2F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rmAutofit fontScale="70000" lnSpcReduction="20000"/>
          </a:bodyPr>
          <a:lstStyle/>
          <a:p>
            <a:pPr algn="ctr"/>
            <a:endParaRPr lang="en-US" sz="2000" dirty="0" err="1"/>
          </a:p>
        </p:txBody>
      </p:sp>
    </p:spTree>
    <p:extLst>
      <p:ext uri="{BB962C8B-B14F-4D97-AF65-F5344CB8AC3E}">
        <p14:creationId xmlns:p14="http://schemas.microsoft.com/office/powerpoint/2010/main" val="1246474381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432">
          <p15:clr>
            <a:srgbClr val="FBAE40"/>
          </p15:clr>
        </p15:guide>
      </p15:sldGuideLst>
    </p:ext>
  </p:extLst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allout with Imag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Picture Placeholder 8"/>
          <p:cNvSpPr>
            <a:spLocks noGrp="1"/>
          </p:cNvSpPr>
          <p:nvPr>
            <p:ph type="pic" sz="quarter" idx="21" hasCustomPrompt="1"/>
          </p:nvPr>
        </p:nvSpPr>
        <p:spPr>
          <a:xfrm>
            <a:off x="4229100" y="0"/>
            <a:ext cx="7962900" cy="6500474"/>
          </a:xfrm>
          <a:solidFill>
            <a:schemeClr val="bg1">
              <a:lumMod val="85000"/>
            </a:schemeClr>
          </a:solidFill>
          <a:ln>
            <a:noFill/>
          </a:ln>
        </p:spPr>
        <p:txBody>
          <a:bodyPr anchor="ctr"/>
          <a:lstStyle>
            <a:lvl1pPr marL="0" indent="0" algn="ctr">
              <a:buNone/>
              <a:defRPr/>
            </a:lvl1pPr>
          </a:lstStyle>
          <a:p>
            <a:r>
              <a:rPr lang="en-US" dirty="0"/>
              <a:t>Click to add image</a:t>
            </a:r>
          </a:p>
        </p:txBody>
      </p:sp>
      <p:sp>
        <p:nvSpPr>
          <p:cNvPr id="8" name="Text Placeholder 7"/>
          <p:cNvSpPr>
            <a:spLocks noGrp="1"/>
          </p:cNvSpPr>
          <p:nvPr>
            <p:ph type="body" sz="quarter" idx="22" hasCustomPrompt="1"/>
          </p:nvPr>
        </p:nvSpPr>
        <p:spPr>
          <a:xfrm>
            <a:off x="457200" y="2705100"/>
            <a:ext cx="3225800" cy="2844800"/>
          </a:xfrm>
        </p:spPr>
        <p:txBody>
          <a:bodyPr/>
          <a:lstStyle>
            <a:lvl1pPr marL="0" indent="0">
              <a:lnSpc>
                <a:spcPct val="100000"/>
              </a:lnSpc>
              <a:buNone/>
              <a:defRPr baseline="0"/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dirty="0"/>
              <a:t>Click to add paragraph text</a:t>
            </a:r>
          </a:p>
        </p:txBody>
      </p:sp>
      <p:sp>
        <p:nvSpPr>
          <p:cNvPr id="9" name="Text Placeholder 7"/>
          <p:cNvSpPr>
            <a:spLocks noGrp="1"/>
          </p:cNvSpPr>
          <p:nvPr>
            <p:ph type="body" sz="quarter" idx="23" hasCustomPrompt="1"/>
          </p:nvPr>
        </p:nvSpPr>
        <p:spPr>
          <a:xfrm>
            <a:off x="457200" y="419100"/>
            <a:ext cx="3225800" cy="1905000"/>
          </a:xfrm>
        </p:spPr>
        <p:txBody>
          <a:bodyPr anchor="b">
            <a:normAutofit/>
          </a:bodyPr>
          <a:lstStyle>
            <a:lvl1pPr marL="0" indent="0">
              <a:buNone/>
              <a:defRPr sz="3200" baseline="0">
                <a:solidFill>
                  <a:schemeClr val="accent2"/>
                </a:solidFill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dirty="0"/>
              <a:t>Click to add quote or interesting fact</a:t>
            </a:r>
          </a:p>
        </p:txBody>
      </p:sp>
      <p:sp>
        <p:nvSpPr>
          <p:cNvPr id="11" name="Date Placeholder 10"/>
          <p:cNvSpPr>
            <a:spLocks noGrp="1"/>
          </p:cNvSpPr>
          <p:nvPr>
            <p:ph type="dt" sz="half" idx="24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12" name="Footer Placeholder 11"/>
          <p:cNvSpPr>
            <a:spLocks noGrp="1"/>
          </p:cNvSpPr>
          <p:nvPr>
            <p:ph type="ftr" sz="quarter" idx="25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13" name="Slide Number Placeholder 12"/>
          <p:cNvSpPr>
            <a:spLocks noGrp="1"/>
          </p:cNvSpPr>
          <p:nvPr>
            <p:ph type="sldNum" sz="quarter" idx="26"/>
          </p:nvPr>
        </p:nvSpPr>
        <p:spPr/>
        <p:txBody>
          <a:bodyPr/>
          <a:lstStyle/>
          <a:p>
            <a:fld id="{A2D3FCAD-823A-476E-8B64-08133BA4013A}" type="slidenum">
              <a:rPr lang="en-US" smtClean="0"/>
              <a:t>‹#›</a:t>
            </a:fld>
            <a:endParaRPr lang="en-US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34D80BFA-5B11-D7EB-B365-740BD8CFD587}"/>
              </a:ext>
            </a:extLst>
          </p:cNvPr>
          <p:cNvSpPr/>
          <p:nvPr userDrawn="1"/>
        </p:nvSpPr>
        <p:spPr>
          <a:xfrm>
            <a:off x="341831" y="6551750"/>
            <a:ext cx="374947" cy="267795"/>
          </a:xfrm>
          <a:prstGeom prst="rect">
            <a:avLst/>
          </a:prstGeom>
          <a:solidFill>
            <a:srgbClr val="F2F2F2"/>
          </a:solidFill>
          <a:ln>
            <a:solidFill>
              <a:srgbClr val="F2F2F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rmAutofit fontScale="70000" lnSpcReduction="20000"/>
          </a:bodyPr>
          <a:lstStyle/>
          <a:p>
            <a:pPr algn="ctr"/>
            <a:endParaRPr lang="en-US" sz="2000" dirty="0" err="1"/>
          </a:p>
        </p:txBody>
      </p:sp>
    </p:spTree>
    <p:extLst>
      <p:ext uri="{BB962C8B-B14F-4D97-AF65-F5344CB8AC3E}">
        <p14:creationId xmlns:p14="http://schemas.microsoft.com/office/powerpoint/2010/main" val="2736949952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allout with Imag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Picture Placeholder 8"/>
          <p:cNvSpPr>
            <a:spLocks noGrp="1"/>
          </p:cNvSpPr>
          <p:nvPr>
            <p:ph type="pic" sz="quarter" idx="21" hasCustomPrompt="1"/>
          </p:nvPr>
        </p:nvSpPr>
        <p:spPr>
          <a:xfrm>
            <a:off x="4229100" y="0"/>
            <a:ext cx="7962900" cy="6500474"/>
          </a:xfrm>
          <a:noFill/>
          <a:ln>
            <a:noFill/>
          </a:ln>
        </p:spPr>
        <p:txBody>
          <a:bodyPr anchor="ctr"/>
          <a:lstStyle>
            <a:lvl1pPr marL="0" indent="0" algn="ctr">
              <a:buNone/>
              <a:defRPr/>
            </a:lvl1pPr>
          </a:lstStyle>
          <a:p>
            <a:r>
              <a:rPr lang="en-US" dirty="0"/>
              <a:t>Click to add image</a:t>
            </a:r>
          </a:p>
        </p:txBody>
      </p:sp>
      <p:sp>
        <p:nvSpPr>
          <p:cNvPr id="8" name="Text Placeholder 7"/>
          <p:cNvSpPr>
            <a:spLocks noGrp="1"/>
          </p:cNvSpPr>
          <p:nvPr>
            <p:ph type="body" sz="quarter" idx="22" hasCustomPrompt="1"/>
          </p:nvPr>
        </p:nvSpPr>
        <p:spPr>
          <a:xfrm>
            <a:off x="457200" y="2705100"/>
            <a:ext cx="3225800" cy="2844800"/>
          </a:xfrm>
        </p:spPr>
        <p:txBody>
          <a:bodyPr/>
          <a:lstStyle>
            <a:lvl1pPr marL="0" indent="0">
              <a:lnSpc>
                <a:spcPct val="100000"/>
              </a:lnSpc>
              <a:buNone/>
              <a:defRPr baseline="0"/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dirty="0"/>
              <a:t>Click to add paragraph text</a:t>
            </a:r>
          </a:p>
        </p:txBody>
      </p:sp>
      <p:sp>
        <p:nvSpPr>
          <p:cNvPr id="9" name="Text Placeholder 7"/>
          <p:cNvSpPr>
            <a:spLocks noGrp="1"/>
          </p:cNvSpPr>
          <p:nvPr>
            <p:ph type="body" sz="quarter" idx="23" hasCustomPrompt="1"/>
          </p:nvPr>
        </p:nvSpPr>
        <p:spPr>
          <a:xfrm>
            <a:off x="457200" y="419100"/>
            <a:ext cx="3225800" cy="1905000"/>
          </a:xfrm>
        </p:spPr>
        <p:txBody>
          <a:bodyPr anchor="b">
            <a:normAutofit/>
          </a:bodyPr>
          <a:lstStyle>
            <a:lvl1pPr marL="0" indent="0">
              <a:buNone/>
              <a:defRPr sz="3200" baseline="0">
                <a:solidFill>
                  <a:schemeClr val="accent2"/>
                </a:solidFill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dirty="0"/>
              <a:t>Click to add quote or interesting fact</a:t>
            </a:r>
          </a:p>
        </p:txBody>
      </p:sp>
      <p:cxnSp>
        <p:nvCxnSpPr>
          <p:cNvPr id="10" name="Straight Connector 9"/>
          <p:cNvCxnSpPr/>
          <p:nvPr/>
        </p:nvCxnSpPr>
        <p:spPr>
          <a:xfrm flipV="1">
            <a:off x="4229100" y="1"/>
            <a:ext cx="0" cy="6500473"/>
          </a:xfrm>
          <a:prstGeom prst="line">
            <a:avLst/>
          </a:prstGeom>
          <a:ln>
            <a:solidFill>
              <a:schemeClr val="bg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Date Placeholder 11"/>
          <p:cNvSpPr>
            <a:spLocks noGrp="1"/>
          </p:cNvSpPr>
          <p:nvPr>
            <p:ph type="dt" sz="half" idx="24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13" name="Footer Placeholder 12"/>
          <p:cNvSpPr>
            <a:spLocks noGrp="1"/>
          </p:cNvSpPr>
          <p:nvPr>
            <p:ph type="ftr" sz="quarter" idx="25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14" name="Slide Number Placeholder 13"/>
          <p:cNvSpPr>
            <a:spLocks noGrp="1"/>
          </p:cNvSpPr>
          <p:nvPr>
            <p:ph type="sldNum" sz="quarter" idx="26"/>
          </p:nvPr>
        </p:nvSpPr>
        <p:spPr/>
        <p:txBody>
          <a:bodyPr/>
          <a:lstStyle/>
          <a:p>
            <a:fld id="{A2D3FCAD-823A-476E-8B64-08133BA4013A}" type="slidenum">
              <a:rPr lang="en-US" smtClean="0"/>
              <a:t>‹#›</a:t>
            </a:fld>
            <a:endParaRPr lang="en-US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3BA32955-5FE2-6FDF-E4F2-9A3186CF0E3A}"/>
              </a:ext>
            </a:extLst>
          </p:cNvPr>
          <p:cNvSpPr/>
          <p:nvPr userDrawn="1"/>
        </p:nvSpPr>
        <p:spPr>
          <a:xfrm>
            <a:off x="341831" y="6551750"/>
            <a:ext cx="374947" cy="267795"/>
          </a:xfrm>
          <a:prstGeom prst="rect">
            <a:avLst/>
          </a:prstGeom>
          <a:solidFill>
            <a:srgbClr val="F2F2F2"/>
          </a:solidFill>
          <a:ln>
            <a:solidFill>
              <a:srgbClr val="F2F2F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rmAutofit fontScale="70000" lnSpcReduction="20000"/>
          </a:bodyPr>
          <a:lstStyle/>
          <a:p>
            <a:pPr algn="ctr"/>
            <a:endParaRPr lang="en-US" sz="2000" dirty="0" err="1"/>
          </a:p>
        </p:txBody>
      </p:sp>
    </p:spTree>
    <p:extLst>
      <p:ext uri="{BB962C8B-B14F-4D97-AF65-F5344CB8AC3E}">
        <p14:creationId xmlns:p14="http://schemas.microsoft.com/office/powerpoint/2010/main" val="3008449125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Full-Bleed Imag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Picture Placeholder 8"/>
          <p:cNvSpPr>
            <a:spLocks noGrp="1"/>
          </p:cNvSpPr>
          <p:nvPr>
            <p:ph type="pic" sz="quarter" idx="21" hasCustomPrompt="1"/>
          </p:nvPr>
        </p:nvSpPr>
        <p:spPr>
          <a:xfrm>
            <a:off x="0" y="1"/>
            <a:ext cx="12192000" cy="6500473"/>
          </a:xfrm>
          <a:solidFill>
            <a:schemeClr val="bg1">
              <a:lumMod val="85000"/>
            </a:schemeClr>
          </a:solidFill>
          <a:ln>
            <a:noFill/>
          </a:ln>
        </p:spPr>
        <p:txBody>
          <a:bodyPr anchor="ctr"/>
          <a:lstStyle>
            <a:lvl1pPr marL="0" indent="0" algn="ctr">
              <a:buNone/>
              <a:defRPr/>
            </a:lvl1pPr>
          </a:lstStyle>
          <a:p>
            <a:r>
              <a:rPr lang="en-US" dirty="0"/>
              <a:t>Click to add image</a:t>
            </a:r>
          </a:p>
        </p:txBody>
      </p:sp>
      <p:sp>
        <p:nvSpPr>
          <p:cNvPr id="12" name="Text Placeholder 11"/>
          <p:cNvSpPr>
            <a:spLocks noGrp="1"/>
          </p:cNvSpPr>
          <p:nvPr>
            <p:ph type="body" sz="quarter" idx="22" hasCustomPrompt="1"/>
          </p:nvPr>
        </p:nvSpPr>
        <p:spPr>
          <a:xfrm>
            <a:off x="8089900" y="5462403"/>
            <a:ext cx="3644900" cy="747897"/>
          </a:xfrm>
          <a:solidFill>
            <a:schemeClr val="bg1"/>
          </a:solidFill>
        </p:spPr>
        <p:txBody>
          <a:bodyPr lIns="365760" tIns="274320" rIns="365760" bIns="274320" anchor="t" anchorCtr="0">
            <a:spAutoFit/>
          </a:bodyPr>
          <a:lstStyle>
            <a:lvl1pPr marL="0" indent="0">
              <a:buNone/>
              <a:defRPr sz="1200" baseline="0"/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dirty="0"/>
              <a:t>Click to add image caption</a:t>
            </a:r>
          </a:p>
        </p:txBody>
      </p:sp>
      <p:sp>
        <p:nvSpPr>
          <p:cNvPr id="9" name="Date Placeholder 8"/>
          <p:cNvSpPr>
            <a:spLocks noGrp="1"/>
          </p:cNvSpPr>
          <p:nvPr>
            <p:ph type="dt" sz="half" idx="23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10" name="Footer Placeholder 9"/>
          <p:cNvSpPr>
            <a:spLocks noGrp="1"/>
          </p:cNvSpPr>
          <p:nvPr>
            <p:ph type="ftr" sz="quarter" idx="24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11" name="Slide Number Placeholder 10"/>
          <p:cNvSpPr>
            <a:spLocks noGrp="1"/>
          </p:cNvSpPr>
          <p:nvPr>
            <p:ph type="sldNum" sz="quarter" idx="25"/>
          </p:nvPr>
        </p:nvSpPr>
        <p:spPr/>
        <p:txBody>
          <a:bodyPr/>
          <a:lstStyle/>
          <a:p>
            <a:fld id="{A2D3FCAD-823A-476E-8B64-08133BA4013A}" type="slidenum">
              <a:rPr lang="en-US" smtClean="0"/>
              <a:t>‹#›</a:t>
            </a:fld>
            <a:endParaRPr lang="en-US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D38ADDFD-3FFC-51B7-F188-3C49480D81AD}"/>
              </a:ext>
            </a:extLst>
          </p:cNvPr>
          <p:cNvSpPr/>
          <p:nvPr userDrawn="1"/>
        </p:nvSpPr>
        <p:spPr>
          <a:xfrm>
            <a:off x="341831" y="6551750"/>
            <a:ext cx="374947" cy="267795"/>
          </a:xfrm>
          <a:prstGeom prst="rect">
            <a:avLst/>
          </a:prstGeom>
          <a:solidFill>
            <a:srgbClr val="F2F2F2"/>
          </a:solidFill>
          <a:ln>
            <a:solidFill>
              <a:srgbClr val="F2F2F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rmAutofit fontScale="70000" lnSpcReduction="20000"/>
          </a:bodyPr>
          <a:lstStyle/>
          <a:p>
            <a:pPr algn="ctr"/>
            <a:endParaRPr lang="en-US" sz="2000" dirty="0" err="1"/>
          </a:p>
        </p:txBody>
      </p:sp>
    </p:spTree>
    <p:extLst>
      <p:ext uri="{BB962C8B-B14F-4D97-AF65-F5344CB8AC3E}">
        <p14:creationId xmlns:p14="http://schemas.microsoft.com/office/powerpoint/2010/main" val="878764825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r>
              <a:rPr lang="en-US" dirty="0"/>
              <a:t>Click to add title</a:t>
            </a:r>
          </a:p>
        </p:txBody>
      </p:sp>
      <p:sp>
        <p:nvSpPr>
          <p:cNvPr id="9" name="Date Placeholder 8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10" name="Footer Placeholder 9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11" name="Slide Number Placeholder 10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2D3FCAD-823A-476E-8B64-08133BA4013A}" type="slidenum">
              <a:rPr lang="en-US" smtClean="0"/>
              <a:t>‹#›</a:t>
            </a:fld>
            <a:endParaRPr lang="en-US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F388D581-F889-7288-519D-19E5341B3EED}"/>
              </a:ext>
            </a:extLst>
          </p:cNvPr>
          <p:cNvSpPr/>
          <p:nvPr userDrawn="1"/>
        </p:nvSpPr>
        <p:spPr>
          <a:xfrm>
            <a:off x="341831" y="6551750"/>
            <a:ext cx="374947" cy="267795"/>
          </a:xfrm>
          <a:prstGeom prst="rect">
            <a:avLst/>
          </a:prstGeom>
          <a:solidFill>
            <a:srgbClr val="F2F2F2"/>
          </a:solidFill>
          <a:ln>
            <a:solidFill>
              <a:srgbClr val="F2F2F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rmAutofit fontScale="70000" lnSpcReduction="20000"/>
          </a:bodyPr>
          <a:lstStyle/>
          <a:p>
            <a:pPr algn="ctr"/>
            <a:endParaRPr lang="en-US" sz="2000" dirty="0" err="1"/>
          </a:p>
        </p:txBody>
      </p:sp>
    </p:spTree>
    <p:extLst>
      <p:ext uri="{BB962C8B-B14F-4D97-AF65-F5344CB8AC3E}">
        <p14:creationId xmlns:p14="http://schemas.microsoft.com/office/powerpoint/2010/main" val="1387243615"/>
      </p:ext>
    </p:extLst>
  </p:cSld>
  <p:clrMapOvr>
    <a:masterClrMapping/>
  </p:clrMapOvr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Sub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1"/>
          <p:cNvSpPr>
            <a:spLocks noGrp="1"/>
          </p:cNvSpPr>
          <p:nvPr>
            <p:ph type="title" hasCustomPrompt="1"/>
          </p:nvPr>
        </p:nvSpPr>
        <p:spPr>
          <a:xfrm>
            <a:off x="457200" y="419100"/>
            <a:ext cx="11277600" cy="342899"/>
          </a:xfrm>
        </p:spPr>
        <p:txBody>
          <a:bodyPr>
            <a:noAutofit/>
          </a:bodyPr>
          <a:lstStyle>
            <a:lvl1pPr>
              <a:defRPr sz="2800"/>
            </a:lvl1pPr>
          </a:lstStyle>
          <a:p>
            <a:r>
              <a:rPr lang="en-US" dirty="0"/>
              <a:t>Click to add title </a:t>
            </a:r>
          </a:p>
        </p:txBody>
      </p:sp>
      <p:sp>
        <p:nvSpPr>
          <p:cNvPr id="9" name="Text Placeholder 8"/>
          <p:cNvSpPr>
            <a:spLocks noGrp="1"/>
          </p:cNvSpPr>
          <p:nvPr>
            <p:ph type="body" sz="quarter" idx="13" hasCustomPrompt="1"/>
          </p:nvPr>
        </p:nvSpPr>
        <p:spPr>
          <a:xfrm>
            <a:off x="457200" y="801380"/>
            <a:ext cx="11277600" cy="379720"/>
          </a:xfrm>
        </p:spPr>
        <p:txBody>
          <a:bodyPr>
            <a:normAutofit/>
          </a:bodyPr>
          <a:lstStyle>
            <a:lvl1pPr marL="0" indent="0">
              <a:buNone/>
              <a:defRPr sz="2000" baseline="0">
                <a:solidFill>
                  <a:schemeClr val="tx2">
                    <a:lumMod val="60000"/>
                    <a:lumOff val="40000"/>
                  </a:schemeClr>
                </a:solidFill>
              </a:defRPr>
            </a:lvl1pPr>
          </a:lstStyle>
          <a:p>
            <a:r>
              <a:rPr lang="en-US" sz="2000" b="0" dirty="0"/>
              <a:t>Click to add subtitle</a:t>
            </a:r>
            <a:endParaRPr lang="en-US" sz="1600" b="0" dirty="0"/>
          </a:p>
        </p:txBody>
      </p:sp>
      <p:sp>
        <p:nvSpPr>
          <p:cNvPr id="10" name="Date Placeholder 9"/>
          <p:cNvSpPr>
            <a:spLocks noGrp="1"/>
          </p:cNvSpPr>
          <p:nvPr>
            <p:ph type="dt" sz="half" idx="14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11" name="Footer Placeholder 10"/>
          <p:cNvSpPr>
            <a:spLocks noGrp="1"/>
          </p:cNvSpPr>
          <p:nvPr>
            <p:ph type="ftr" sz="quarter" idx="15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12" name="Slide Number Placeholder 11"/>
          <p:cNvSpPr>
            <a:spLocks noGrp="1"/>
          </p:cNvSpPr>
          <p:nvPr>
            <p:ph type="sldNum" sz="quarter" idx="16"/>
          </p:nvPr>
        </p:nvSpPr>
        <p:spPr/>
        <p:txBody>
          <a:bodyPr/>
          <a:lstStyle/>
          <a:p>
            <a:fld id="{A2D3FCAD-823A-476E-8B64-08133BA4013A}" type="slidenum">
              <a:rPr lang="en-US" smtClean="0"/>
              <a:t>‹#›</a:t>
            </a:fld>
            <a:endParaRPr lang="en-US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EC899F10-9776-D961-9A8D-4CC534BA289E}"/>
              </a:ext>
            </a:extLst>
          </p:cNvPr>
          <p:cNvSpPr/>
          <p:nvPr userDrawn="1"/>
        </p:nvSpPr>
        <p:spPr>
          <a:xfrm>
            <a:off x="341831" y="6551750"/>
            <a:ext cx="374947" cy="267795"/>
          </a:xfrm>
          <a:prstGeom prst="rect">
            <a:avLst/>
          </a:prstGeom>
          <a:solidFill>
            <a:srgbClr val="F2F2F2"/>
          </a:solidFill>
          <a:ln>
            <a:solidFill>
              <a:srgbClr val="F2F2F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rmAutofit fontScale="70000" lnSpcReduction="20000"/>
          </a:bodyPr>
          <a:lstStyle/>
          <a:p>
            <a:pPr algn="ctr"/>
            <a:endParaRPr lang="en-US" sz="2000" dirty="0" err="1"/>
          </a:p>
        </p:txBody>
      </p:sp>
    </p:spTree>
    <p:extLst>
      <p:ext uri="{BB962C8B-B14F-4D97-AF65-F5344CB8AC3E}">
        <p14:creationId xmlns:p14="http://schemas.microsoft.com/office/powerpoint/2010/main" val="1299518956"/>
      </p:ext>
    </p:extLst>
  </p:cSld>
  <p:clrMapOvr>
    <a:masterClrMapping/>
  </p:clrMapOvr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Video Black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5"/>
          <p:cNvSpPr/>
          <p:nvPr/>
        </p:nvSpPr>
        <p:spPr>
          <a:xfrm>
            <a:off x="0" y="6500488"/>
            <a:ext cx="12192000" cy="356616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cxnSp>
        <p:nvCxnSpPr>
          <p:cNvPr id="7" name="Straight Connector 6"/>
          <p:cNvCxnSpPr/>
          <p:nvPr/>
        </p:nvCxnSpPr>
        <p:spPr>
          <a:xfrm>
            <a:off x="0" y="6500488"/>
            <a:ext cx="12192000" cy="0"/>
          </a:xfrm>
          <a:prstGeom prst="line">
            <a:avLst/>
          </a:prstGeom>
          <a:ln>
            <a:solidFill>
              <a:schemeClr val="tx1">
                <a:lumMod val="65000"/>
                <a:lumOff val="3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" name="Straight Connector 7"/>
          <p:cNvCxnSpPr/>
          <p:nvPr/>
        </p:nvCxnSpPr>
        <p:spPr>
          <a:xfrm>
            <a:off x="11428508" y="6604000"/>
            <a:ext cx="0" cy="155141"/>
          </a:xfrm>
          <a:prstGeom prst="line">
            <a:avLst/>
          </a:prstGeom>
          <a:ln w="6350">
            <a:solidFill>
              <a:schemeClr val="tx1">
                <a:lumMod val="65000"/>
                <a:lumOff val="3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9" name="Picture 8"/>
          <p:cNvPicPr>
            <a:picLocks noChangeAspect="1"/>
          </p:cNvPicPr>
          <p:nvPr/>
        </p:nvPicPr>
        <p:blipFill>
          <a:blip r:embed="rId2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459703" y="6565216"/>
            <a:ext cx="212200" cy="228116"/>
          </a:xfrm>
          <a:prstGeom prst="rect">
            <a:avLst/>
          </a:prstGeom>
        </p:spPr>
      </p:pic>
      <p:sp>
        <p:nvSpPr>
          <p:cNvPr id="13" name="Date Placeholder 12"/>
          <p:cNvSpPr>
            <a:spLocks noGrp="1"/>
          </p:cNvSpPr>
          <p:nvPr>
            <p:ph type="dt" sz="half" idx="14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14" name="Footer Placeholder 13"/>
          <p:cNvSpPr>
            <a:spLocks noGrp="1"/>
          </p:cNvSpPr>
          <p:nvPr>
            <p:ph type="ftr" sz="quarter" idx="15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15" name="Slide Number Placeholder 14"/>
          <p:cNvSpPr>
            <a:spLocks noGrp="1"/>
          </p:cNvSpPr>
          <p:nvPr>
            <p:ph type="sldNum" sz="quarter" idx="16"/>
          </p:nvPr>
        </p:nvSpPr>
        <p:spPr/>
        <p:txBody>
          <a:bodyPr/>
          <a:lstStyle/>
          <a:p>
            <a:fld id="{A2D3FCAD-823A-476E-8B64-08133BA4013A}" type="slidenum">
              <a:rPr lang="en-US" smtClean="0"/>
              <a:t>‹#›</a:t>
            </a:fld>
            <a:endParaRPr lang="en-US"/>
          </a:p>
        </p:txBody>
      </p:sp>
      <p:sp>
        <p:nvSpPr>
          <p:cNvPr id="11" name="Media Placeholder 10"/>
          <p:cNvSpPr>
            <a:spLocks noGrp="1" noChangeAspect="1"/>
          </p:cNvSpPr>
          <p:nvPr>
            <p:ph type="media" sz="quarter" idx="13" hasCustomPrompt="1"/>
          </p:nvPr>
        </p:nvSpPr>
        <p:spPr>
          <a:xfrm>
            <a:off x="0" y="0"/>
            <a:ext cx="12192000" cy="6858000"/>
          </a:xfrm>
          <a:solidFill>
            <a:schemeClr val="tx1"/>
          </a:solidFill>
        </p:spPr>
        <p:txBody>
          <a:bodyPr anchor="ctr"/>
          <a:lstStyle>
            <a:lvl1pPr marL="0" indent="0" algn="ctr">
              <a:buNone/>
              <a:defRPr>
                <a:solidFill>
                  <a:schemeClr val="tx2">
                    <a:lumMod val="60000"/>
                    <a:lumOff val="40000"/>
                  </a:schemeClr>
                </a:solidFill>
              </a:defRPr>
            </a:lvl1pPr>
          </a:lstStyle>
          <a:p>
            <a:r>
              <a:rPr lang="en-US" dirty="0"/>
              <a:t>Click to add video</a:t>
            </a:r>
          </a:p>
        </p:txBody>
      </p:sp>
    </p:spTree>
    <p:extLst>
      <p:ext uri="{BB962C8B-B14F-4D97-AF65-F5344CB8AC3E}">
        <p14:creationId xmlns:p14="http://schemas.microsoft.com/office/powerpoint/2010/main" val="696347148"/>
      </p:ext>
    </p:extLst>
  </p:cSld>
  <p:clrMapOvr>
    <a:masterClrMapping/>
  </p:clrMapOvr>
</p:sldLayout>
</file>

<file path=ppt/slideLayouts/slideLayout3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Date Placeholder 7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Footer Placeholder 8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10" name="Slide Number Placeholder 9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2D3FCAD-823A-476E-8B64-08133BA4013A}" type="slidenum">
              <a:rPr lang="en-US" smtClean="0"/>
              <a:t>‹#›</a:t>
            </a:fld>
            <a:endParaRPr lang="en-US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5D1ECAE8-4E1B-854C-0991-2D77AC1820F5}"/>
              </a:ext>
            </a:extLst>
          </p:cNvPr>
          <p:cNvSpPr/>
          <p:nvPr userDrawn="1"/>
        </p:nvSpPr>
        <p:spPr>
          <a:xfrm>
            <a:off x="341831" y="6551750"/>
            <a:ext cx="374947" cy="267795"/>
          </a:xfrm>
          <a:prstGeom prst="rect">
            <a:avLst/>
          </a:prstGeom>
          <a:solidFill>
            <a:srgbClr val="F2F2F2"/>
          </a:solidFill>
          <a:ln>
            <a:solidFill>
              <a:srgbClr val="F2F2F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rmAutofit fontScale="70000" lnSpcReduction="20000"/>
          </a:bodyPr>
          <a:lstStyle/>
          <a:p>
            <a:pPr algn="ctr"/>
            <a:endParaRPr lang="en-US" sz="2000" dirty="0" err="1"/>
          </a:p>
        </p:txBody>
      </p:sp>
    </p:spTree>
    <p:extLst>
      <p:ext uri="{BB962C8B-B14F-4D97-AF65-F5344CB8AC3E}">
        <p14:creationId xmlns:p14="http://schemas.microsoft.com/office/powerpoint/2010/main" val="1379857165"/>
      </p:ext>
    </p:extLst>
  </p:cSld>
  <p:clrMapOvr>
    <a:masterClrMapping/>
  </p:clrMapOvr>
</p:sldLayout>
</file>

<file path=ppt/slideLayouts/slideLayout3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ad Chart with Titl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Title 27"/>
          <p:cNvSpPr>
            <a:spLocks noGrp="1"/>
          </p:cNvSpPr>
          <p:nvPr>
            <p:ph type="title" hasCustomPrompt="1"/>
          </p:nvPr>
        </p:nvSpPr>
        <p:spPr>
          <a:xfrm>
            <a:off x="457200" y="419100"/>
            <a:ext cx="11277600" cy="389709"/>
          </a:xfrm>
        </p:spPr>
        <p:txBody>
          <a:bodyPr>
            <a:noAutofit/>
          </a:bodyPr>
          <a:lstStyle>
            <a:lvl1pPr>
              <a:defRPr sz="2200"/>
            </a:lvl1pPr>
          </a:lstStyle>
          <a:p>
            <a:r>
              <a:rPr lang="en-US" dirty="0"/>
              <a:t>Click to add title</a:t>
            </a:r>
          </a:p>
        </p:txBody>
      </p:sp>
      <p:cxnSp>
        <p:nvCxnSpPr>
          <p:cNvPr id="49" name="Straight Connector 48"/>
          <p:cNvCxnSpPr/>
          <p:nvPr/>
        </p:nvCxnSpPr>
        <p:spPr>
          <a:xfrm>
            <a:off x="6096000" y="887620"/>
            <a:ext cx="0" cy="5612417"/>
          </a:xfrm>
          <a:prstGeom prst="line">
            <a:avLst/>
          </a:prstGeom>
          <a:ln>
            <a:solidFill>
              <a:schemeClr val="bg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0" name="Straight Connector 49"/>
          <p:cNvCxnSpPr/>
          <p:nvPr/>
        </p:nvCxnSpPr>
        <p:spPr>
          <a:xfrm>
            <a:off x="0" y="3695999"/>
            <a:ext cx="12192000" cy="0"/>
          </a:xfrm>
          <a:prstGeom prst="line">
            <a:avLst/>
          </a:prstGeom>
          <a:ln>
            <a:solidFill>
              <a:schemeClr val="bg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1" name="Straight Connector 50"/>
          <p:cNvCxnSpPr/>
          <p:nvPr/>
        </p:nvCxnSpPr>
        <p:spPr>
          <a:xfrm>
            <a:off x="0" y="884420"/>
            <a:ext cx="12192000" cy="0"/>
          </a:xfrm>
          <a:prstGeom prst="line">
            <a:avLst/>
          </a:prstGeom>
          <a:ln>
            <a:solidFill>
              <a:schemeClr val="bg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2" name="Text Placeholder 14"/>
          <p:cNvSpPr>
            <a:spLocks noGrp="1"/>
          </p:cNvSpPr>
          <p:nvPr>
            <p:ph type="body" sz="quarter" idx="18" hasCustomPrompt="1"/>
          </p:nvPr>
        </p:nvSpPr>
        <p:spPr>
          <a:xfrm>
            <a:off x="457200" y="1447875"/>
            <a:ext cx="5295900" cy="1210588"/>
          </a:xfrm>
        </p:spPr>
        <p:txBody>
          <a:bodyPr wrap="square" lIns="0" tIns="0" rIns="0" bIns="0">
            <a:normAutofit/>
          </a:bodyPr>
          <a:lstStyle>
            <a:lvl1pPr marL="137160" indent="-137160">
              <a:lnSpc>
                <a:spcPct val="100000"/>
              </a:lnSpc>
              <a:spcBef>
                <a:spcPts val="500"/>
              </a:spcBef>
              <a:defRPr sz="1400">
                <a:solidFill>
                  <a:schemeClr val="tx2">
                    <a:lumMod val="75000"/>
                  </a:schemeClr>
                </a:solidFill>
              </a:defRPr>
            </a:lvl1pPr>
            <a:lvl2pPr marL="320040" indent="-137160">
              <a:spcBef>
                <a:spcPts val="500"/>
              </a:spcBef>
              <a:defRPr sz="1200">
                <a:solidFill>
                  <a:schemeClr val="tx2">
                    <a:lumMod val="75000"/>
                  </a:schemeClr>
                </a:solidFill>
              </a:defRPr>
            </a:lvl2pPr>
            <a:lvl3pPr marL="594360" indent="-137160">
              <a:spcBef>
                <a:spcPts val="500"/>
              </a:spcBef>
              <a:defRPr sz="1200">
                <a:solidFill>
                  <a:schemeClr val="tx2">
                    <a:lumMod val="75000"/>
                  </a:schemeClr>
                </a:solidFill>
              </a:defRPr>
            </a:lvl3pPr>
            <a:lvl4pPr marL="868680" indent="-137160">
              <a:spcBef>
                <a:spcPts val="500"/>
              </a:spcBef>
              <a:defRPr sz="1200">
                <a:solidFill>
                  <a:schemeClr val="tx2">
                    <a:lumMod val="75000"/>
                  </a:schemeClr>
                </a:solidFill>
              </a:defRPr>
            </a:lvl4pPr>
            <a:lvl5pPr marL="1143000" indent="-137160">
              <a:spcBef>
                <a:spcPts val="500"/>
              </a:spcBef>
              <a:defRPr sz="1200">
                <a:solidFill>
                  <a:schemeClr val="tx2">
                    <a:lumMod val="75000"/>
                  </a:schemeClr>
                </a:solidFill>
              </a:defRPr>
            </a:lvl5pPr>
          </a:lstStyle>
          <a:p>
            <a:pPr lvl="0"/>
            <a:r>
              <a:rPr lang="en-US" dirty="0"/>
              <a:t>Click to add text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3" name="Text Placeholder 16"/>
          <p:cNvSpPr>
            <a:spLocks noGrp="1"/>
          </p:cNvSpPr>
          <p:nvPr>
            <p:ph type="body" sz="quarter" idx="24" hasCustomPrompt="1"/>
          </p:nvPr>
        </p:nvSpPr>
        <p:spPr>
          <a:xfrm>
            <a:off x="457200" y="1154384"/>
            <a:ext cx="5295900" cy="221599"/>
          </a:xfrm>
        </p:spPr>
        <p:txBody>
          <a:bodyPr wrap="square" lIns="0" tIns="0" rIns="0" bIns="0">
            <a:normAutofit/>
          </a:bodyPr>
          <a:lstStyle>
            <a:lvl1pPr marL="0" indent="0">
              <a:buNone/>
              <a:defRPr sz="1600" b="1" baseline="0">
                <a:solidFill>
                  <a:schemeClr val="accent2"/>
                </a:solidFill>
              </a:defRPr>
            </a:lvl1pPr>
            <a:lvl2pPr marL="457200" indent="0">
              <a:buNone/>
              <a:defRPr>
                <a:solidFill>
                  <a:schemeClr val="accent3"/>
                </a:solidFill>
              </a:defRPr>
            </a:lvl2pPr>
            <a:lvl3pPr marL="914400" indent="0">
              <a:buNone/>
              <a:defRPr>
                <a:solidFill>
                  <a:schemeClr val="accent3"/>
                </a:solidFill>
              </a:defRPr>
            </a:lvl3pPr>
            <a:lvl4pPr marL="1371600" indent="0">
              <a:buNone/>
              <a:defRPr>
                <a:solidFill>
                  <a:schemeClr val="accent3"/>
                </a:solidFill>
              </a:defRPr>
            </a:lvl4pPr>
            <a:lvl5pPr marL="1828800" indent="0">
              <a:buNone/>
              <a:defRPr>
                <a:solidFill>
                  <a:schemeClr val="accent3"/>
                </a:solidFill>
              </a:defRPr>
            </a:lvl5pPr>
          </a:lstStyle>
          <a:p>
            <a:pPr lvl="0"/>
            <a:r>
              <a:rPr lang="en-US" dirty="0"/>
              <a:t>Click to add quad title</a:t>
            </a:r>
          </a:p>
        </p:txBody>
      </p:sp>
      <p:sp>
        <p:nvSpPr>
          <p:cNvPr id="55" name="Text Placeholder 14"/>
          <p:cNvSpPr>
            <a:spLocks noGrp="1"/>
          </p:cNvSpPr>
          <p:nvPr>
            <p:ph type="body" sz="quarter" idx="27" hasCustomPrompt="1"/>
          </p:nvPr>
        </p:nvSpPr>
        <p:spPr>
          <a:xfrm>
            <a:off x="457200" y="4295396"/>
            <a:ext cx="5295899" cy="1210588"/>
          </a:xfrm>
        </p:spPr>
        <p:txBody>
          <a:bodyPr wrap="square" lIns="0" tIns="0" rIns="0" bIns="0">
            <a:normAutofit/>
          </a:bodyPr>
          <a:lstStyle>
            <a:lvl1pPr marL="137160" indent="-137160">
              <a:lnSpc>
                <a:spcPct val="100000"/>
              </a:lnSpc>
              <a:spcBef>
                <a:spcPts val="500"/>
              </a:spcBef>
              <a:defRPr sz="1400">
                <a:solidFill>
                  <a:schemeClr val="tx2">
                    <a:lumMod val="75000"/>
                  </a:schemeClr>
                </a:solidFill>
              </a:defRPr>
            </a:lvl1pPr>
            <a:lvl2pPr marL="320040" indent="-137160">
              <a:spcBef>
                <a:spcPts val="500"/>
              </a:spcBef>
              <a:defRPr sz="1200">
                <a:solidFill>
                  <a:schemeClr val="tx2">
                    <a:lumMod val="75000"/>
                  </a:schemeClr>
                </a:solidFill>
              </a:defRPr>
            </a:lvl2pPr>
            <a:lvl3pPr marL="594360" indent="-137160">
              <a:spcBef>
                <a:spcPts val="500"/>
              </a:spcBef>
              <a:defRPr sz="1200">
                <a:solidFill>
                  <a:schemeClr val="tx2">
                    <a:lumMod val="75000"/>
                  </a:schemeClr>
                </a:solidFill>
              </a:defRPr>
            </a:lvl3pPr>
            <a:lvl4pPr marL="868680" indent="-137160">
              <a:spcBef>
                <a:spcPts val="500"/>
              </a:spcBef>
              <a:defRPr sz="1200">
                <a:solidFill>
                  <a:schemeClr val="tx2">
                    <a:lumMod val="75000"/>
                  </a:schemeClr>
                </a:solidFill>
              </a:defRPr>
            </a:lvl4pPr>
            <a:lvl5pPr marL="1143000" indent="-137160">
              <a:spcBef>
                <a:spcPts val="500"/>
              </a:spcBef>
              <a:defRPr sz="1200">
                <a:solidFill>
                  <a:schemeClr val="tx2">
                    <a:lumMod val="75000"/>
                  </a:schemeClr>
                </a:solidFill>
              </a:defRPr>
            </a:lvl5pPr>
          </a:lstStyle>
          <a:p>
            <a:pPr lvl="0"/>
            <a:r>
              <a:rPr lang="en-US" dirty="0"/>
              <a:t>Click to add text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6" name="Text Placeholder 16"/>
          <p:cNvSpPr>
            <a:spLocks noGrp="1"/>
          </p:cNvSpPr>
          <p:nvPr>
            <p:ph type="body" sz="quarter" idx="28" hasCustomPrompt="1"/>
          </p:nvPr>
        </p:nvSpPr>
        <p:spPr>
          <a:xfrm>
            <a:off x="457200" y="4001905"/>
            <a:ext cx="5295900" cy="221599"/>
          </a:xfrm>
        </p:spPr>
        <p:txBody>
          <a:bodyPr wrap="square" lIns="0" tIns="0" rIns="0" bIns="0">
            <a:normAutofit/>
          </a:bodyPr>
          <a:lstStyle>
            <a:lvl1pPr marL="0" indent="0">
              <a:buNone/>
              <a:defRPr sz="1600" b="1" baseline="0">
                <a:solidFill>
                  <a:schemeClr val="accent2"/>
                </a:solidFill>
              </a:defRPr>
            </a:lvl1pPr>
            <a:lvl2pPr marL="457200" indent="0">
              <a:buNone/>
              <a:defRPr>
                <a:solidFill>
                  <a:schemeClr val="accent3"/>
                </a:solidFill>
              </a:defRPr>
            </a:lvl2pPr>
            <a:lvl3pPr marL="914400" indent="0">
              <a:buNone/>
              <a:defRPr>
                <a:solidFill>
                  <a:schemeClr val="accent3"/>
                </a:solidFill>
              </a:defRPr>
            </a:lvl3pPr>
            <a:lvl4pPr marL="1371600" indent="0">
              <a:buNone/>
              <a:defRPr>
                <a:solidFill>
                  <a:schemeClr val="accent3"/>
                </a:solidFill>
              </a:defRPr>
            </a:lvl4pPr>
            <a:lvl5pPr marL="1828800" indent="0">
              <a:buNone/>
              <a:defRPr>
                <a:solidFill>
                  <a:schemeClr val="accent3"/>
                </a:solidFill>
              </a:defRPr>
            </a:lvl5pPr>
          </a:lstStyle>
          <a:p>
            <a:pPr lvl="0"/>
            <a:r>
              <a:rPr lang="en-US" dirty="0"/>
              <a:t>Click to add quad title</a:t>
            </a:r>
          </a:p>
        </p:txBody>
      </p:sp>
      <p:sp>
        <p:nvSpPr>
          <p:cNvPr id="59" name="Text Placeholder 14"/>
          <p:cNvSpPr>
            <a:spLocks noGrp="1"/>
          </p:cNvSpPr>
          <p:nvPr>
            <p:ph type="body" sz="quarter" idx="31" hasCustomPrompt="1"/>
          </p:nvPr>
        </p:nvSpPr>
        <p:spPr>
          <a:xfrm>
            <a:off x="6442617" y="1444158"/>
            <a:ext cx="5292183" cy="1210588"/>
          </a:xfrm>
        </p:spPr>
        <p:txBody>
          <a:bodyPr wrap="square" lIns="0" tIns="0" rIns="0" bIns="0">
            <a:normAutofit/>
          </a:bodyPr>
          <a:lstStyle>
            <a:lvl1pPr marL="137160" indent="-137160">
              <a:lnSpc>
                <a:spcPct val="100000"/>
              </a:lnSpc>
              <a:spcBef>
                <a:spcPts val="500"/>
              </a:spcBef>
              <a:defRPr sz="1400">
                <a:solidFill>
                  <a:schemeClr val="tx2">
                    <a:lumMod val="75000"/>
                  </a:schemeClr>
                </a:solidFill>
              </a:defRPr>
            </a:lvl1pPr>
            <a:lvl2pPr marL="320040" indent="-137160">
              <a:spcBef>
                <a:spcPts val="500"/>
              </a:spcBef>
              <a:defRPr sz="1200">
                <a:solidFill>
                  <a:schemeClr val="tx2">
                    <a:lumMod val="75000"/>
                  </a:schemeClr>
                </a:solidFill>
              </a:defRPr>
            </a:lvl2pPr>
            <a:lvl3pPr marL="594360" indent="-137160">
              <a:spcBef>
                <a:spcPts val="500"/>
              </a:spcBef>
              <a:defRPr sz="1200">
                <a:solidFill>
                  <a:schemeClr val="tx2">
                    <a:lumMod val="75000"/>
                  </a:schemeClr>
                </a:solidFill>
              </a:defRPr>
            </a:lvl3pPr>
            <a:lvl4pPr marL="868680" indent="-137160">
              <a:spcBef>
                <a:spcPts val="500"/>
              </a:spcBef>
              <a:defRPr sz="1200">
                <a:solidFill>
                  <a:schemeClr val="tx2">
                    <a:lumMod val="75000"/>
                  </a:schemeClr>
                </a:solidFill>
              </a:defRPr>
            </a:lvl4pPr>
            <a:lvl5pPr marL="1143000" indent="-137160">
              <a:spcBef>
                <a:spcPts val="500"/>
              </a:spcBef>
              <a:defRPr sz="1200">
                <a:solidFill>
                  <a:schemeClr val="tx2">
                    <a:lumMod val="75000"/>
                  </a:schemeClr>
                </a:solidFill>
              </a:defRPr>
            </a:lvl5pPr>
          </a:lstStyle>
          <a:p>
            <a:pPr lvl="0"/>
            <a:r>
              <a:rPr lang="en-US" dirty="0"/>
              <a:t>Click to add text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60" name="Text Placeholder 16"/>
          <p:cNvSpPr>
            <a:spLocks noGrp="1"/>
          </p:cNvSpPr>
          <p:nvPr>
            <p:ph type="body" sz="quarter" idx="32" hasCustomPrompt="1"/>
          </p:nvPr>
        </p:nvSpPr>
        <p:spPr>
          <a:xfrm>
            <a:off x="6442616" y="1150667"/>
            <a:ext cx="5292183" cy="221599"/>
          </a:xfrm>
        </p:spPr>
        <p:txBody>
          <a:bodyPr wrap="square" lIns="0" tIns="0" rIns="0" bIns="0">
            <a:normAutofit/>
          </a:bodyPr>
          <a:lstStyle>
            <a:lvl1pPr marL="0" indent="0">
              <a:buNone/>
              <a:defRPr sz="1600" b="1" baseline="0">
                <a:solidFill>
                  <a:schemeClr val="accent2"/>
                </a:solidFill>
              </a:defRPr>
            </a:lvl1pPr>
            <a:lvl2pPr marL="457200" indent="0">
              <a:buNone/>
              <a:defRPr>
                <a:solidFill>
                  <a:schemeClr val="accent3"/>
                </a:solidFill>
              </a:defRPr>
            </a:lvl2pPr>
            <a:lvl3pPr marL="914400" indent="0">
              <a:buNone/>
              <a:defRPr>
                <a:solidFill>
                  <a:schemeClr val="accent3"/>
                </a:solidFill>
              </a:defRPr>
            </a:lvl3pPr>
            <a:lvl4pPr marL="1371600" indent="0">
              <a:buNone/>
              <a:defRPr>
                <a:solidFill>
                  <a:schemeClr val="accent3"/>
                </a:solidFill>
              </a:defRPr>
            </a:lvl4pPr>
            <a:lvl5pPr marL="1828800" indent="0">
              <a:buNone/>
              <a:defRPr>
                <a:solidFill>
                  <a:schemeClr val="accent3"/>
                </a:solidFill>
              </a:defRPr>
            </a:lvl5pPr>
          </a:lstStyle>
          <a:p>
            <a:pPr lvl="0"/>
            <a:r>
              <a:rPr lang="en-US" dirty="0"/>
              <a:t>Click to add quad title</a:t>
            </a:r>
          </a:p>
        </p:txBody>
      </p:sp>
      <p:sp>
        <p:nvSpPr>
          <p:cNvPr id="62" name="Text Placeholder 14"/>
          <p:cNvSpPr>
            <a:spLocks noGrp="1"/>
          </p:cNvSpPr>
          <p:nvPr>
            <p:ph type="body" sz="quarter" idx="35" hasCustomPrompt="1"/>
          </p:nvPr>
        </p:nvSpPr>
        <p:spPr>
          <a:xfrm>
            <a:off x="6438900" y="4291679"/>
            <a:ext cx="5295900" cy="1210588"/>
          </a:xfrm>
        </p:spPr>
        <p:txBody>
          <a:bodyPr wrap="square" lIns="0" tIns="0" rIns="0" bIns="0">
            <a:normAutofit/>
          </a:bodyPr>
          <a:lstStyle>
            <a:lvl1pPr marL="137160" indent="-137160">
              <a:lnSpc>
                <a:spcPct val="100000"/>
              </a:lnSpc>
              <a:spcBef>
                <a:spcPts val="500"/>
              </a:spcBef>
              <a:defRPr sz="1400">
                <a:solidFill>
                  <a:schemeClr val="tx2">
                    <a:lumMod val="75000"/>
                  </a:schemeClr>
                </a:solidFill>
              </a:defRPr>
            </a:lvl1pPr>
            <a:lvl2pPr marL="320040" indent="-137160">
              <a:spcBef>
                <a:spcPts val="500"/>
              </a:spcBef>
              <a:defRPr sz="1200">
                <a:solidFill>
                  <a:schemeClr val="tx2">
                    <a:lumMod val="75000"/>
                  </a:schemeClr>
                </a:solidFill>
              </a:defRPr>
            </a:lvl2pPr>
            <a:lvl3pPr marL="594360" indent="-137160">
              <a:spcBef>
                <a:spcPts val="500"/>
              </a:spcBef>
              <a:defRPr sz="1200">
                <a:solidFill>
                  <a:schemeClr val="tx2">
                    <a:lumMod val="75000"/>
                  </a:schemeClr>
                </a:solidFill>
              </a:defRPr>
            </a:lvl3pPr>
            <a:lvl4pPr marL="868680" indent="-137160">
              <a:spcBef>
                <a:spcPts val="500"/>
              </a:spcBef>
              <a:defRPr sz="1200">
                <a:solidFill>
                  <a:schemeClr val="tx2">
                    <a:lumMod val="75000"/>
                  </a:schemeClr>
                </a:solidFill>
              </a:defRPr>
            </a:lvl4pPr>
            <a:lvl5pPr marL="1143000" indent="-137160">
              <a:spcBef>
                <a:spcPts val="500"/>
              </a:spcBef>
              <a:defRPr sz="1200">
                <a:solidFill>
                  <a:schemeClr val="tx2">
                    <a:lumMod val="75000"/>
                  </a:schemeClr>
                </a:solidFill>
              </a:defRPr>
            </a:lvl5pPr>
          </a:lstStyle>
          <a:p>
            <a:pPr lvl="0"/>
            <a:r>
              <a:rPr lang="en-US" dirty="0"/>
              <a:t>Click </a:t>
            </a:r>
            <a:r>
              <a:rPr lang="en-US"/>
              <a:t>to add text</a:t>
            </a:r>
            <a:endParaRPr lang="en-US" dirty="0"/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63" name="Text Placeholder 16"/>
          <p:cNvSpPr>
            <a:spLocks noGrp="1"/>
          </p:cNvSpPr>
          <p:nvPr>
            <p:ph type="body" sz="quarter" idx="36" hasCustomPrompt="1"/>
          </p:nvPr>
        </p:nvSpPr>
        <p:spPr>
          <a:xfrm>
            <a:off x="6438900" y="3998188"/>
            <a:ext cx="5295900" cy="221599"/>
          </a:xfrm>
        </p:spPr>
        <p:txBody>
          <a:bodyPr wrap="square" lIns="0" tIns="0" rIns="0" bIns="0">
            <a:normAutofit/>
          </a:bodyPr>
          <a:lstStyle>
            <a:lvl1pPr marL="0" indent="0">
              <a:buNone/>
              <a:defRPr sz="1600" b="1" baseline="0">
                <a:solidFill>
                  <a:schemeClr val="accent2"/>
                </a:solidFill>
              </a:defRPr>
            </a:lvl1pPr>
            <a:lvl2pPr marL="457200" indent="0">
              <a:buNone/>
              <a:defRPr>
                <a:solidFill>
                  <a:schemeClr val="accent3"/>
                </a:solidFill>
              </a:defRPr>
            </a:lvl2pPr>
            <a:lvl3pPr marL="914400" indent="0">
              <a:buNone/>
              <a:defRPr>
                <a:solidFill>
                  <a:schemeClr val="accent3"/>
                </a:solidFill>
              </a:defRPr>
            </a:lvl3pPr>
            <a:lvl4pPr marL="1371600" indent="0">
              <a:buNone/>
              <a:defRPr>
                <a:solidFill>
                  <a:schemeClr val="accent3"/>
                </a:solidFill>
              </a:defRPr>
            </a:lvl4pPr>
            <a:lvl5pPr marL="1828800" indent="0">
              <a:buNone/>
              <a:defRPr>
                <a:solidFill>
                  <a:schemeClr val="accent3"/>
                </a:solidFill>
              </a:defRPr>
            </a:lvl5pPr>
          </a:lstStyle>
          <a:p>
            <a:pPr lvl="0"/>
            <a:r>
              <a:rPr lang="en-US" dirty="0"/>
              <a:t>Click to add quad title</a:t>
            </a:r>
          </a:p>
        </p:txBody>
      </p:sp>
      <p:sp>
        <p:nvSpPr>
          <p:cNvPr id="8" name="Date Placeholder 7"/>
          <p:cNvSpPr>
            <a:spLocks noGrp="1"/>
          </p:cNvSpPr>
          <p:nvPr>
            <p:ph type="dt" sz="half" idx="37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Footer Placeholder 8"/>
          <p:cNvSpPr>
            <a:spLocks noGrp="1"/>
          </p:cNvSpPr>
          <p:nvPr>
            <p:ph type="ftr" sz="quarter" idx="38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10" name="Slide Number Placeholder 9"/>
          <p:cNvSpPr>
            <a:spLocks noGrp="1"/>
          </p:cNvSpPr>
          <p:nvPr>
            <p:ph type="sldNum" sz="quarter" idx="39"/>
          </p:nvPr>
        </p:nvSpPr>
        <p:spPr/>
        <p:txBody>
          <a:bodyPr/>
          <a:lstStyle/>
          <a:p>
            <a:fld id="{A2D3FCAD-823A-476E-8B64-08133BA4013A}" type="slidenum">
              <a:rPr lang="en-US" smtClean="0"/>
              <a:t>‹#›</a:t>
            </a:fld>
            <a:endParaRPr lang="en-US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A9CD5CCC-78FA-9DCF-AEB6-BD4DBDAC89ED}"/>
              </a:ext>
            </a:extLst>
          </p:cNvPr>
          <p:cNvSpPr/>
          <p:nvPr userDrawn="1"/>
        </p:nvSpPr>
        <p:spPr>
          <a:xfrm>
            <a:off x="341831" y="6551750"/>
            <a:ext cx="374947" cy="267795"/>
          </a:xfrm>
          <a:prstGeom prst="rect">
            <a:avLst/>
          </a:prstGeom>
          <a:solidFill>
            <a:srgbClr val="F2F2F2"/>
          </a:solidFill>
          <a:ln>
            <a:solidFill>
              <a:srgbClr val="F2F2F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rmAutofit fontScale="70000" lnSpcReduction="20000"/>
          </a:bodyPr>
          <a:lstStyle/>
          <a:p>
            <a:pPr algn="ctr"/>
            <a:endParaRPr lang="en-US" sz="2000" dirty="0" err="1"/>
          </a:p>
        </p:txBody>
      </p:sp>
    </p:spTree>
    <p:extLst>
      <p:ext uri="{BB962C8B-B14F-4D97-AF65-F5344CB8AC3E}">
        <p14:creationId xmlns:p14="http://schemas.microsoft.com/office/powerpoint/2010/main" val="1875873980"/>
      </p:ext>
    </p:extLst>
  </p:cSld>
  <p:clrMapOvr>
    <a:masterClrMapping/>
  </p:clrMapOvr>
</p:sldLayout>
</file>

<file path=ppt/slideLayouts/slideLayout3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ad Chart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6" name="Straight Connector 5"/>
          <p:cNvCxnSpPr/>
          <p:nvPr/>
        </p:nvCxnSpPr>
        <p:spPr>
          <a:xfrm>
            <a:off x="6096000" y="0"/>
            <a:ext cx="0" cy="6499225"/>
          </a:xfrm>
          <a:prstGeom prst="line">
            <a:avLst/>
          </a:prstGeom>
          <a:ln>
            <a:solidFill>
              <a:schemeClr val="bg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" name="Straight Connector 7"/>
          <p:cNvCxnSpPr/>
          <p:nvPr/>
        </p:nvCxnSpPr>
        <p:spPr>
          <a:xfrm>
            <a:off x="0" y="3255080"/>
            <a:ext cx="12192000" cy="0"/>
          </a:xfrm>
          <a:prstGeom prst="line">
            <a:avLst/>
          </a:prstGeom>
          <a:ln>
            <a:solidFill>
              <a:schemeClr val="bg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" name="Text Placeholder 14"/>
          <p:cNvSpPr>
            <a:spLocks noGrp="1"/>
          </p:cNvSpPr>
          <p:nvPr>
            <p:ph type="body" sz="quarter" idx="18" hasCustomPrompt="1"/>
          </p:nvPr>
        </p:nvSpPr>
        <p:spPr>
          <a:xfrm>
            <a:off x="457200" y="712591"/>
            <a:ext cx="5295900" cy="1210588"/>
          </a:xfrm>
        </p:spPr>
        <p:txBody>
          <a:bodyPr wrap="square" lIns="0" tIns="0" rIns="0" bIns="0">
            <a:normAutofit/>
          </a:bodyPr>
          <a:lstStyle>
            <a:lvl1pPr marL="137160" indent="-137160">
              <a:lnSpc>
                <a:spcPct val="100000"/>
              </a:lnSpc>
              <a:spcBef>
                <a:spcPts val="500"/>
              </a:spcBef>
              <a:defRPr sz="1400">
                <a:solidFill>
                  <a:schemeClr val="tx2">
                    <a:lumMod val="75000"/>
                  </a:schemeClr>
                </a:solidFill>
              </a:defRPr>
            </a:lvl1pPr>
            <a:lvl2pPr marL="320040" indent="-137160">
              <a:spcBef>
                <a:spcPts val="500"/>
              </a:spcBef>
              <a:defRPr sz="1200">
                <a:solidFill>
                  <a:schemeClr val="tx2">
                    <a:lumMod val="75000"/>
                  </a:schemeClr>
                </a:solidFill>
              </a:defRPr>
            </a:lvl2pPr>
            <a:lvl3pPr marL="594360" indent="-137160">
              <a:spcBef>
                <a:spcPts val="500"/>
              </a:spcBef>
              <a:defRPr sz="1200">
                <a:solidFill>
                  <a:schemeClr val="tx2">
                    <a:lumMod val="75000"/>
                  </a:schemeClr>
                </a:solidFill>
              </a:defRPr>
            </a:lvl3pPr>
            <a:lvl4pPr marL="868680" indent="-137160">
              <a:spcBef>
                <a:spcPts val="500"/>
              </a:spcBef>
              <a:defRPr sz="1200">
                <a:solidFill>
                  <a:schemeClr val="tx2">
                    <a:lumMod val="75000"/>
                  </a:schemeClr>
                </a:solidFill>
              </a:defRPr>
            </a:lvl4pPr>
            <a:lvl5pPr marL="1143000" indent="-137160">
              <a:spcBef>
                <a:spcPts val="500"/>
              </a:spcBef>
              <a:defRPr sz="1200">
                <a:solidFill>
                  <a:schemeClr val="tx2">
                    <a:lumMod val="75000"/>
                  </a:schemeClr>
                </a:solidFill>
              </a:defRPr>
            </a:lvl5pPr>
          </a:lstStyle>
          <a:p>
            <a:pPr lvl="0"/>
            <a:r>
              <a:rPr lang="en-US" dirty="0"/>
              <a:t>Click to add text 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7" name="Text Placeholder 16"/>
          <p:cNvSpPr>
            <a:spLocks noGrp="1"/>
          </p:cNvSpPr>
          <p:nvPr>
            <p:ph type="body" sz="quarter" idx="19" hasCustomPrompt="1"/>
          </p:nvPr>
        </p:nvSpPr>
        <p:spPr>
          <a:xfrm>
            <a:off x="457200" y="419100"/>
            <a:ext cx="5296821" cy="221599"/>
          </a:xfrm>
        </p:spPr>
        <p:txBody>
          <a:bodyPr wrap="square" lIns="0" tIns="0" rIns="0" bIns="0">
            <a:normAutofit/>
          </a:bodyPr>
          <a:lstStyle>
            <a:lvl1pPr marL="0" indent="0">
              <a:buNone/>
              <a:defRPr sz="1600" b="1" baseline="0">
                <a:solidFill>
                  <a:schemeClr val="accent2"/>
                </a:solidFill>
              </a:defRPr>
            </a:lvl1pPr>
            <a:lvl2pPr marL="457200" indent="0">
              <a:buNone/>
              <a:defRPr>
                <a:solidFill>
                  <a:schemeClr val="accent3"/>
                </a:solidFill>
              </a:defRPr>
            </a:lvl2pPr>
            <a:lvl3pPr marL="914400" indent="0">
              <a:buNone/>
              <a:defRPr>
                <a:solidFill>
                  <a:schemeClr val="accent3"/>
                </a:solidFill>
              </a:defRPr>
            </a:lvl3pPr>
            <a:lvl4pPr marL="1371600" indent="0">
              <a:buNone/>
              <a:defRPr>
                <a:solidFill>
                  <a:schemeClr val="accent3"/>
                </a:solidFill>
              </a:defRPr>
            </a:lvl4pPr>
            <a:lvl5pPr marL="1828800" indent="0">
              <a:buNone/>
              <a:defRPr>
                <a:solidFill>
                  <a:schemeClr val="accent3"/>
                </a:solidFill>
              </a:defRPr>
            </a:lvl5pPr>
          </a:lstStyle>
          <a:p>
            <a:pPr lvl="0"/>
            <a:r>
              <a:rPr lang="en-US" dirty="0"/>
              <a:t>Click to add quad title</a:t>
            </a:r>
          </a:p>
        </p:txBody>
      </p:sp>
      <p:sp>
        <p:nvSpPr>
          <p:cNvPr id="26" name="Text Placeholder 14"/>
          <p:cNvSpPr>
            <a:spLocks noGrp="1"/>
          </p:cNvSpPr>
          <p:nvPr>
            <p:ph type="body" sz="quarter" idx="27" hasCustomPrompt="1"/>
          </p:nvPr>
        </p:nvSpPr>
        <p:spPr>
          <a:xfrm>
            <a:off x="457201" y="3880422"/>
            <a:ext cx="5295899" cy="1210588"/>
          </a:xfrm>
        </p:spPr>
        <p:txBody>
          <a:bodyPr wrap="square" lIns="0" tIns="0" rIns="0" bIns="0">
            <a:normAutofit/>
          </a:bodyPr>
          <a:lstStyle>
            <a:lvl1pPr marL="137160" indent="-137160">
              <a:lnSpc>
                <a:spcPct val="100000"/>
              </a:lnSpc>
              <a:spcBef>
                <a:spcPts val="500"/>
              </a:spcBef>
              <a:defRPr sz="1400">
                <a:solidFill>
                  <a:schemeClr val="tx2">
                    <a:lumMod val="75000"/>
                  </a:schemeClr>
                </a:solidFill>
              </a:defRPr>
            </a:lvl1pPr>
            <a:lvl2pPr marL="320040" indent="-137160">
              <a:spcBef>
                <a:spcPts val="500"/>
              </a:spcBef>
              <a:defRPr sz="1200">
                <a:solidFill>
                  <a:schemeClr val="tx2">
                    <a:lumMod val="75000"/>
                  </a:schemeClr>
                </a:solidFill>
              </a:defRPr>
            </a:lvl2pPr>
            <a:lvl3pPr marL="594360" indent="-137160">
              <a:spcBef>
                <a:spcPts val="500"/>
              </a:spcBef>
              <a:defRPr sz="1200">
                <a:solidFill>
                  <a:schemeClr val="tx2">
                    <a:lumMod val="75000"/>
                  </a:schemeClr>
                </a:solidFill>
              </a:defRPr>
            </a:lvl3pPr>
            <a:lvl4pPr marL="868680" indent="-137160">
              <a:spcBef>
                <a:spcPts val="500"/>
              </a:spcBef>
              <a:defRPr sz="1200">
                <a:solidFill>
                  <a:schemeClr val="tx2">
                    <a:lumMod val="75000"/>
                  </a:schemeClr>
                </a:solidFill>
              </a:defRPr>
            </a:lvl4pPr>
            <a:lvl5pPr marL="1143000" indent="-137160">
              <a:spcBef>
                <a:spcPts val="500"/>
              </a:spcBef>
              <a:defRPr sz="1200">
                <a:solidFill>
                  <a:schemeClr val="tx2">
                    <a:lumMod val="75000"/>
                  </a:schemeClr>
                </a:solidFill>
              </a:defRPr>
            </a:lvl5pPr>
          </a:lstStyle>
          <a:p>
            <a:pPr lvl="0"/>
            <a:r>
              <a:rPr lang="en-US" dirty="0"/>
              <a:t>Click to add text 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27" name="Text Placeholder 16"/>
          <p:cNvSpPr>
            <a:spLocks noGrp="1"/>
          </p:cNvSpPr>
          <p:nvPr>
            <p:ph type="body" sz="quarter" idx="28" hasCustomPrompt="1"/>
          </p:nvPr>
        </p:nvSpPr>
        <p:spPr>
          <a:xfrm>
            <a:off x="457199" y="3586931"/>
            <a:ext cx="5295901" cy="221599"/>
          </a:xfrm>
        </p:spPr>
        <p:txBody>
          <a:bodyPr wrap="square" lIns="0" tIns="0" rIns="0" bIns="0">
            <a:normAutofit/>
          </a:bodyPr>
          <a:lstStyle>
            <a:lvl1pPr marL="0" indent="0">
              <a:buNone/>
              <a:defRPr sz="1600" b="1" baseline="0">
                <a:solidFill>
                  <a:schemeClr val="accent2"/>
                </a:solidFill>
              </a:defRPr>
            </a:lvl1pPr>
            <a:lvl2pPr marL="457200" indent="0">
              <a:buNone/>
              <a:defRPr>
                <a:solidFill>
                  <a:schemeClr val="accent3"/>
                </a:solidFill>
              </a:defRPr>
            </a:lvl2pPr>
            <a:lvl3pPr marL="914400" indent="0">
              <a:buNone/>
              <a:defRPr>
                <a:solidFill>
                  <a:schemeClr val="accent3"/>
                </a:solidFill>
              </a:defRPr>
            </a:lvl3pPr>
            <a:lvl4pPr marL="1371600" indent="0">
              <a:buNone/>
              <a:defRPr>
                <a:solidFill>
                  <a:schemeClr val="accent3"/>
                </a:solidFill>
              </a:defRPr>
            </a:lvl4pPr>
            <a:lvl5pPr marL="1828800" indent="0">
              <a:buNone/>
              <a:defRPr>
                <a:solidFill>
                  <a:schemeClr val="accent3"/>
                </a:solidFill>
              </a:defRPr>
            </a:lvl5pPr>
          </a:lstStyle>
          <a:p>
            <a:pPr lvl="0"/>
            <a:r>
              <a:rPr lang="en-US" dirty="0"/>
              <a:t>Click to add quad title</a:t>
            </a:r>
          </a:p>
        </p:txBody>
      </p:sp>
      <p:sp>
        <p:nvSpPr>
          <p:cNvPr id="30" name="Text Placeholder 14"/>
          <p:cNvSpPr>
            <a:spLocks noGrp="1"/>
          </p:cNvSpPr>
          <p:nvPr>
            <p:ph type="body" sz="quarter" idx="31" hasCustomPrompt="1"/>
          </p:nvPr>
        </p:nvSpPr>
        <p:spPr>
          <a:xfrm>
            <a:off x="6438900" y="712591"/>
            <a:ext cx="5295900" cy="1210588"/>
          </a:xfrm>
        </p:spPr>
        <p:txBody>
          <a:bodyPr wrap="square" lIns="0" tIns="0" rIns="0" bIns="0">
            <a:normAutofit/>
          </a:bodyPr>
          <a:lstStyle>
            <a:lvl1pPr marL="137160" indent="-137160">
              <a:lnSpc>
                <a:spcPct val="100000"/>
              </a:lnSpc>
              <a:spcBef>
                <a:spcPts val="500"/>
              </a:spcBef>
              <a:defRPr sz="1400">
                <a:solidFill>
                  <a:schemeClr val="tx2">
                    <a:lumMod val="75000"/>
                  </a:schemeClr>
                </a:solidFill>
              </a:defRPr>
            </a:lvl1pPr>
            <a:lvl2pPr marL="320040" indent="-137160">
              <a:spcBef>
                <a:spcPts val="500"/>
              </a:spcBef>
              <a:defRPr sz="1200">
                <a:solidFill>
                  <a:schemeClr val="tx2">
                    <a:lumMod val="75000"/>
                  </a:schemeClr>
                </a:solidFill>
              </a:defRPr>
            </a:lvl2pPr>
            <a:lvl3pPr marL="594360" indent="-137160">
              <a:spcBef>
                <a:spcPts val="500"/>
              </a:spcBef>
              <a:defRPr sz="1200">
                <a:solidFill>
                  <a:schemeClr val="tx2">
                    <a:lumMod val="75000"/>
                  </a:schemeClr>
                </a:solidFill>
              </a:defRPr>
            </a:lvl3pPr>
            <a:lvl4pPr marL="868680" indent="-137160">
              <a:spcBef>
                <a:spcPts val="500"/>
              </a:spcBef>
              <a:defRPr sz="1200">
                <a:solidFill>
                  <a:schemeClr val="tx2">
                    <a:lumMod val="75000"/>
                  </a:schemeClr>
                </a:solidFill>
              </a:defRPr>
            </a:lvl4pPr>
            <a:lvl5pPr marL="1143000" indent="-137160">
              <a:spcBef>
                <a:spcPts val="500"/>
              </a:spcBef>
              <a:defRPr sz="1200">
                <a:solidFill>
                  <a:schemeClr val="tx2">
                    <a:lumMod val="75000"/>
                  </a:schemeClr>
                </a:solidFill>
              </a:defRPr>
            </a:lvl5pPr>
          </a:lstStyle>
          <a:p>
            <a:pPr lvl="0"/>
            <a:r>
              <a:rPr lang="en-US" dirty="0"/>
              <a:t>Click to add text 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31" name="Text Placeholder 16"/>
          <p:cNvSpPr>
            <a:spLocks noGrp="1"/>
          </p:cNvSpPr>
          <p:nvPr>
            <p:ph type="body" sz="quarter" idx="32" hasCustomPrompt="1"/>
          </p:nvPr>
        </p:nvSpPr>
        <p:spPr>
          <a:xfrm>
            <a:off x="6438901" y="419100"/>
            <a:ext cx="5293104" cy="221599"/>
          </a:xfrm>
        </p:spPr>
        <p:txBody>
          <a:bodyPr wrap="square" lIns="0" tIns="0" rIns="0" bIns="0">
            <a:normAutofit/>
          </a:bodyPr>
          <a:lstStyle>
            <a:lvl1pPr marL="0" indent="0">
              <a:buNone/>
              <a:defRPr sz="1600" b="1" baseline="0">
                <a:solidFill>
                  <a:schemeClr val="accent2"/>
                </a:solidFill>
              </a:defRPr>
            </a:lvl1pPr>
            <a:lvl2pPr marL="457200" indent="0">
              <a:buNone/>
              <a:defRPr>
                <a:solidFill>
                  <a:schemeClr val="accent3"/>
                </a:solidFill>
              </a:defRPr>
            </a:lvl2pPr>
            <a:lvl3pPr marL="914400" indent="0">
              <a:buNone/>
              <a:defRPr>
                <a:solidFill>
                  <a:schemeClr val="accent3"/>
                </a:solidFill>
              </a:defRPr>
            </a:lvl3pPr>
            <a:lvl4pPr marL="1371600" indent="0">
              <a:buNone/>
              <a:defRPr>
                <a:solidFill>
                  <a:schemeClr val="accent3"/>
                </a:solidFill>
              </a:defRPr>
            </a:lvl4pPr>
            <a:lvl5pPr marL="1828800" indent="0">
              <a:buNone/>
              <a:defRPr>
                <a:solidFill>
                  <a:schemeClr val="accent3"/>
                </a:solidFill>
              </a:defRPr>
            </a:lvl5pPr>
          </a:lstStyle>
          <a:p>
            <a:pPr lvl="0"/>
            <a:r>
              <a:rPr lang="en-US" dirty="0"/>
              <a:t>Click to add quad title</a:t>
            </a:r>
          </a:p>
        </p:txBody>
      </p:sp>
      <p:sp>
        <p:nvSpPr>
          <p:cNvPr id="34" name="Text Placeholder 14"/>
          <p:cNvSpPr>
            <a:spLocks noGrp="1"/>
          </p:cNvSpPr>
          <p:nvPr>
            <p:ph type="body" sz="quarter" idx="35" hasCustomPrompt="1"/>
          </p:nvPr>
        </p:nvSpPr>
        <p:spPr>
          <a:xfrm>
            <a:off x="6438900" y="3876705"/>
            <a:ext cx="5295900" cy="1210588"/>
          </a:xfrm>
        </p:spPr>
        <p:txBody>
          <a:bodyPr wrap="square" lIns="0" tIns="0" rIns="0" bIns="0">
            <a:normAutofit/>
          </a:bodyPr>
          <a:lstStyle>
            <a:lvl1pPr marL="137160" indent="-137160">
              <a:lnSpc>
                <a:spcPct val="100000"/>
              </a:lnSpc>
              <a:spcBef>
                <a:spcPts val="500"/>
              </a:spcBef>
              <a:defRPr sz="1400">
                <a:solidFill>
                  <a:schemeClr val="tx2">
                    <a:lumMod val="75000"/>
                  </a:schemeClr>
                </a:solidFill>
              </a:defRPr>
            </a:lvl1pPr>
            <a:lvl2pPr marL="320040" indent="-137160">
              <a:spcBef>
                <a:spcPts val="500"/>
              </a:spcBef>
              <a:defRPr sz="1200">
                <a:solidFill>
                  <a:schemeClr val="tx2">
                    <a:lumMod val="75000"/>
                  </a:schemeClr>
                </a:solidFill>
              </a:defRPr>
            </a:lvl2pPr>
            <a:lvl3pPr marL="594360" indent="-137160">
              <a:spcBef>
                <a:spcPts val="500"/>
              </a:spcBef>
              <a:defRPr sz="1200">
                <a:solidFill>
                  <a:schemeClr val="tx2">
                    <a:lumMod val="75000"/>
                  </a:schemeClr>
                </a:solidFill>
              </a:defRPr>
            </a:lvl3pPr>
            <a:lvl4pPr marL="868680" indent="-137160">
              <a:spcBef>
                <a:spcPts val="500"/>
              </a:spcBef>
              <a:defRPr sz="1200">
                <a:solidFill>
                  <a:schemeClr val="tx2">
                    <a:lumMod val="75000"/>
                  </a:schemeClr>
                </a:solidFill>
              </a:defRPr>
            </a:lvl4pPr>
            <a:lvl5pPr marL="1143000" indent="-137160">
              <a:spcBef>
                <a:spcPts val="500"/>
              </a:spcBef>
              <a:defRPr sz="1200">
                <a:solidFill>
                  <a:schemeClr val="tx2">
                    <a:lumMod val="75000"/>
                  </a:schemeClr>
                </a:solidFill>
              </a:defRPr>
            </a:lvl5pPr>
          </a:lstStyle>
          <a:p>
            <a:pPr lvl="0"/>
            <a:r>
              <a:rPr lang="en-US" dirty="0"/>
              <a:t>Click to add text 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35" name="Text Placeholder 16"/>
          <p:cNvSpPr>
            <a:spLocks noGrp="1"/>
          </p:cNvSpPr>
          <p:nvPr>
            <p:ph type="body" sz="quarter" idx="36" hasCustomPrompt="1"/>
          </p:nvPr>
        </p:nvSpPr>
        <p:spPr>
          <a:xfrm>
            <a:off x="6438901" y="3583214"/>
            <a:ext cx="5293104" cy="221599"/>
          </a:xfrm>
        </p:spPr>
        <p:txBody>
          <a:bodyPr wrap="square" lIns="0" tIns="0" rIns="0" bIns="0">
            <a:normAutofit/>
          </a:bodyPr>
          <a:lstStyle>
            <a:lvl1pPr marL="0" indent="0">
              <a:buNone/>
              <a:defRPr sz="1600" b="1" baseline="0">
                <a:solidFill>
                  <a:schemeClr val="accent2"/>
                </a:solidFill>
              </a:defRPr>
            </a:lvl1pPr>
            <a:lvl2pPr marL="457200" indent="0">
              <a:buNone/>
              <a:defRPr>
                <a:solidFill>
                  <a:schemeClr val="accent3"/>
                </a:solidFill>
              </a:defRPr>
            </a:lvl2pPr>
            <a:lvl3pPr marL="914400" indent="0">
              <a:buNone/>
              <a:defRPr>
                <a:solidFill>
                  <a:schemeClr val="accent3"/>
                </a:solidFill>
              </a:defRPr>
            </a:lvl3pPr>
            <a:lvl4pPr marL="1371600" indent="0">
              <a:buNone/>
              <a:defRPr>
                <a:solidFill>
                  <a:schemeClr val="accent3"/>
                </a:solidFill>
              </a:defRPr>
            </a:lvl4pPr>
            <a:lvl5pPr marL="1828800" indent="0">
              <a:buNone/>
              <a:defRPr>
                <a:solidFill>
                  <a:schemeClr val="accent3"/>
                </a:solidFill>
              </a:defRPr>
            </a:lvl5pPr>
          </a:lstStyle>
          <a:p>
            <a:pPr lvl="0"/>
            <a:r>
              <a:rPr lang="en-US" dirty="0"/>
              <a:t>Click to add quad title</a:t>
            </a:r>
          </a:p>
        </p:txBody>
      </p:sp>
      <p:sp>
        <p:nvSpPr>
          <p:cNvPr id="10" name="Date Placeholder 9"/>
          <p:cNvSpPr>
            <a:spLocks noGrp="1"/>
          </p:cNvSpPr>
          <p:nvPr>
            <p:ph type="dt" sz="half" idx="37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11" name="Footer Placeholder 10"/>
          <p:cNvSpPr>
            <a:spLocks noGrp="1"/>
          </p:cNvSpPr>
          <p:nvPr>
            <p:ph type="ftr" sz="quarter" idx="38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12" name="Slide Number Placeholder 11"/>
          <p:cNvSpPr>
            <a:spLocks noGrp="1"/>
          </p:cNvSpPr>
          <p:nvPr>
            <p:ph type="sldNum" sz="quarter" idx="39"/>
          </p:nvPr>
        </p:nvSpPr>
        <p:spPr/>
        <p:txBody>
          <a:bodyPr/>
          <a:lstStyle/>
          <a:p>
            <a:fld id="{A2D3FCAD-823A-476E-8B64-08133BA4013A}" type="slidenum">
              <a:rPr lang="en-US" smtClean="0"/>
              <a:t>‹#›</a:t>
            </a:fld>
            <a:endParaRPr lang="en-US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BFA739B0-1484-E093-35B9-CD3A99D11BA1}"/>
              </a:ext>
            </a:extLst>
          </p:cNvPr>
          <p:cNvSpPr/>
          <p:nvPr userDrawn="1"/>
        </p:nvSpPr>
        <p:spPr>
          <a:xfrm>
            <a:off x="341831" y="6551750"/>
            <a:ext cx="374947" cy="267795"/>
          </a:xfrm>
          <a:prstGeom prst="rect">
            <a:avLst/>
          </a:prstGeom>
          <a:solidFill>
            <a:srgbClr val="F2F2F2"/>
          </a:solidFill>
          <a:ln>
            <a:solidFill>
              <a:srgbClr val="F2F2F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rmAutofit fontScale="70000" lnSpcReduction="20000"/>
          </a:bodyPr>
          <a:lstStyle/>
          <a:p>
            <a:pPr algn="ctr"/>
            <a:endParaRPr lang="en-US" sz="2000" dirty="0" err="1"/>
          </a:p>
        </p:txBody>
      </p:sp>
    </p:spTree>
    <p:extLst>
      <p:ext uri="{BB962C8B-B14F-4D97-AF65-F5344CB8AC3E}">
        <p14:creationId xmlns:p14="http://schemas.microsoft.com/office/powerpoint/2010/main" val="1686842638"/>
      </p:ext>
    </p:extLst>
  </p:cSld>
  <p:clrMapOvr>
    <a:masterClrMapping/>
  </p:clrMapOvr>
</p:sldLayout>
</file>

<file path=ppt/slideLayouts/slideLayout34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nd Dar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Date Placeholder 10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12" name="Footer Placeholder 11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14" name="Slide Number Placeholder 1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2D3FCAD-823A-476E-8B64-08133BA4013A}" type="slidenum">
              <a:rPr lang="en-US" smtClean="0"/>
              <a:t>‹#›</a:t>
            </a:fld>
            <a:endParaRPr lang="en-US"/>
          </a:p>
        </p:txBody>
      </p:sp>
      <p:sp>
        <p:nvSpPr>
          <p:cNvPr id="8" name="Rectangle 7"/>
          <p:cNvSpPr/>
          <p:nvPr/>
        </p:nvSpPr>
        <p:spPr>
          <a:xfrm>
            <a:off x="0" y="6291470"/>
            <a:ext cx="12192000" cy="56653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pic>
        <p:nvPicPr>
          <p:cNvPr id="6" name="Picture 5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3356163" y="1371600"/>
            <a:ext cx="5479673" cy="3584448"/>
          </a:xfrm>
          <a:prstGeom prst="rect">
            <a:avLst/>
          </a:prstGeom>
        </p:spPr>
      </p:pic>
      <p:pic>
        <p:nvPicPr>
          <p:cNvPr id="10" name="Picture 9"/>
          <p:cNvPicPr>
            <a:picLocks noChangeAspect="1"/>
          </p:cNvPicPr>
          <p:nvPr/>
        </p:nvPicPr>
        <p:blipFill>
          <a:blip r:embed="rId3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3" y="667"/>
            <a:ext cx="12189624" cy="6856664"/>
          </a:xfrm>
          <a:prstGeom prst="rect">
            <a:avLst/>
          </a:prstGeom>
        </p:spPr>
      </p:pic>
      <p:sp>
        <p:nvSpPr>
          <p:cNvPr id="13" name="Rectangle 12"/>
          <p:cNvSpPr/>
          <p:nvPr/>
        </p:nvSpPr>
        <p:spPr>
          <a:xfrm>
            <a:off x="-1" y="4358640"/>
            <a:ext cx="12192000" cy="2499360"/>
          </a:xfrm>
          <a:prstGeom prst="rect">
            <a:avLst/>
          </a:prstGeom>
          <a:gradFill>
            <a:gsLst>
              <a:gs pos="0">
                <a:schemeClr val="accent1">
                  <a:lumMod val="50000"/>
                  <a:alpha val="0"/>
                </a:schemeClr>
              </a:gs>
              <a:gs pos="100000">
                <a:schemeClr val="accent1">
                  <a:lumMod val="50000"/>
                  <a:alpha val="25000"/>
                </a:schemeClr>
              </a:gs>
            </a:gsLst>
            <a:lin ang="5400000" scaled="1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747311259"/>
      </p:ext>
    </p:extLst>
  </p:cSld>
  <p:clrMapOvr>
    <a:masterClrMapping/>
  </p:clrMapOvr>
</p:sldLayout>
</file>

<file path=ppt/slideLayouts/slideLayout35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nd Ligh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Date Placeholder 10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12" name="Footer Placeholder 11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13" name="Slide Number Placeholder 1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2D3FCAD-823A-476E-8B64-08133BA4013A}" type="slidenum">
              <a:rPr lang="en-US" smtClean="0"/>
              <a:t>‹#›</a:t>
            </a:fld>
            <a:endParaRPr lang="en-US"/>
          </a:p>
        </p:txBody>
      </p:sp>
      <p:sp>
        <p:nvSpPr>
          <p:cNvPr id="8" name="Rectangle 7"/>
          <p:cNvSpPr/>
          <p:nvPr/>
        </p:nvSpPr>
        <p:spPr>
          <a:xfrm>
            <a:off x="0" y="6291470"/>
            <a:ext cx="12192000" cy="56653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pic>
        <p:nvPicPr>
          <p:cNvPr id="7" name="Picture 6"/>
          <p:cNvPicPr>
            <a:picLocks noChangeAspect="1"/>
          </p:cNvPicPr>
          <p:nvPr/>
        </p:nvPicPr>
        <p:blipFill>
          <a:blip r:embed="rId2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2375" y="667"/>
            <a:ext cx="12189624" cy="6856664"/>
          </a:xfrm>
          <a:prstGeom prst="rect">
            <a:avLst/>
          </a:prstGeom>
        </p:spPr>
      </p:pic>
      <p:pic>
        <p:nvPicPr>
          <p:cNvPr id="6" name="Picture 5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3356163" y="1371600"/>
            <a:ext cx="5479673" cy="358444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35435657"/>
      </p:ext>
    </p:extLst>
  </p:cSld>
  <p:clrMapOvr>
    <a:masterClrMapping/>
  </p:clrMapOvr>
</p:sldLayout>
</file>

<file path=ppt/slideLayouts/slideLayout3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56E7548-C4D4-4DB1-87F4-65ED937B3DB2}" type="datetimeFigureOut">
              <a:rPr lang="en-US" smtClean="0"/>
              <a:t>01-Dec-25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3D65DD6-0D3C-4DC3-998A-232943F8533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1042644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26" Type="http://schemas.openxmlformats.org/officeDocument/2006/relationships/slideLayout" Target="../slideLayouts/slideLayout26.xml"/><Relationship Id="rId39" Type="http://schemas.openxmlformats.org/officeDocument/2006/relationships/image" Target="../media/image2.png"/><Relationship Id="rId3" Type="http://schemas.openxmlformats.org/officeDocument/2006/relationships/slideLayout" Target="../slideLayouts/slideLayout3.xml"/><Relationship Id="rId21" Type="http://schemas.openxmlformats.org/officeDocument/2006/relationships/slideLayout" Target="../slideLayouts/slideLayout21.xml"/><Relationship Id="rId34" Type="http://schemas.openxmlformats.org/officeDocument/2006/relationships/slideLayout" Target="../slideLayouts/slideLayout34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5" Type="http://schemas.openxmlformats.org/officeDocument/2006/relationships/slideLayout" Target="../slideLayouts/slideLayout25.xml"/><Relationship Id="rId33" Type="http://schemas.openxmlformats.org/officeDocument/2006/relationships/slideLayout" Target="../slideLayouts/slideLayout33.xml"/><Relationship Id="rId38" Type="http://schemas.openxmlformats.org/officeDocument/2006/relationships/image" Target="../media/image1.jpeg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0" Type="http://schemas.openxmlformats.org/officeDocument/2006/relationships/slideLayout" Target="../slideLayouts/slideLayout20.xml"/><Relationship Id="rId29" Type="http://schemas.openxmlformats.org/officeDocument/2006/relationships/slideLayout" Target="../slideLayouts/slideLayout29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24" Type="http://schemas.openxmlformats.org/officeDocument/2006/relationships/slideLayout" Target="../slideLayouts/slideLayout24.xml"/><Relationship Id="rId32" Type="http://schemas.openxmlformats.org/officeDocument/2006/relationships/slideLayout" Target="../slideLayouts/slideLayout32.xml"/><Relationship Id="rId37" Type="http://schemas.openxmlformats.org/officeDocument/2006/relationships/theme" Target="../theme/theme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23" Type="http://schemas.openxmlformats.org/officeDocument/2006/relationships/slideLayout" Target="../slideLayouts/slideLayout23.xml"/><Relationship Id="rId28" Type="http://schemas.openxmlformats.org/officeDocument/2006/relationships/slideLayout" Target="../slideLayouts/slideLayout28.xml"/><Relationship Id="rId36" Type="http://schemas.openxmlformats.org/officeDocument/2006/relationships/slideLayout" Target="../slideLayouts/slideLayout36.xml"/><Relationship Id="rId10" Type="http://schemas.openxmlformats.org/officeDocument/2006/relationships/slideLayout" Target="../slideLayouts/slideLayout10.xml"/><Relationship Id="rId19" Type="http://schemas.openxmlformats.org/officeDocument/2006/relationships/slideLayout" Target="../slideLayouts/slideLayout19.xml"/><Relationship Id="rId31" Type="http://schemas.openxmlformats.org/officeDocument/2006/relationships/slideLayout" Target="../slideLayouts/slideLayout31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Relationship Id="rId22" Type="http://schemas.openxmlformats.org/officeDocument/2006/relationships/slideLayout" Target="../slideLayouts/slideLayout22.xml"/><Relationship Id="rId27" Type="http://schemas.openxmlformats.org/officeDocument/2006/relationships/slideLayout" Target="../slideLayouts/slideLayout27.xml"/><Relationship Id="rId30" Type="http://schemas.openxmlformats.org/officeDocument/2006/relationships/slideLayout" Target="../slideLayouts/slideLayout30.xml"/><Relationship Id="rId35" Type="http://schemas.openxmlformats.org/officeDocument/2006/relationships/slideLayout" Target="../slideLayouts/slideLayout35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" name="Picture 11">
            <a:extLst>
              <a:ext uri="{FF2B5EF4-FFF2-40B4-BE49-F238E27FC236}">
                <a16:creationId xmlns:a16="http://schemas.microsoft.com/office/drawing/2014/main" id="{6F2E96BD-2C83-2C4E-DF9E-43C7E43A793A}"/>
              </a:ext>
            </a:extLst>
          </p:cNvPr>
          <p:cNvPicPr>
            <a:picLocks noChangeAspect="1"/>
          </p:cNvPicPr>
          <p:nvPr userDrawn="1"/>
        </p:nvPicPr>
        <p:blipFill>
          <a:blip r:embed="rId38" cstate="email">
            <a:alphaModFix amt="30000"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0" y="1336"/>
            <a:ext cx="12192000" cy="6856664"/>
          </a:xfrm>
          <a:prstGeom prst="rect">
            <a:avLst/>
          </a:prstGeom>
          <a:ln>
            <a:noFill/>
          </a:ln>
        </p:spPr>
      </p:pic>
      <p:sp>
        <p:nvSpPr>
          <p:cNvPr id="13" name="Rectangle 12"/>
          <p:cNvSpPr/>
          <p:nvPr/>
        </p:nvSpPr>
        <p:spPr>
          <a:xfrm>
            <a:off x="0" y="6499798"/>
            <a:ext cx="12192000" cy="356616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rtlCol="0" anchor="ctr"/>
          <a:lstStyle/>
          <a:p>
            <a:pPr algn="ctr"/>
            <a:endParaRPr lang="en-US" dirty="0"/>
          </a:p>
        </p:txBody>
      </p:sp>
      <p:cxnSp>
        <p:nvCxnSpPr>
          <p:cNvPr id="15" name="Straight Connector 14"/>
          <p:cNvCxnSpPr/>
          <p:nvPr/>
        </p:nvCxnSpPr>
        <p:spPr>
          <a:xfrm>
            <a:off x="0" y="6500474"/>
            <a:ext cx="12192000" cy="0"/>
          </a:xfrm>
          <a:prstGeom prst="line">
            <a:avLst/>
          </a:prstGeom>
          <a:ln>
            <a:solidFill>
              <a:schemeClr val="bg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952500" y="419100"/>
            <a:ext cx="10287000" cy="762000"/>
          </a:xfrm>
          <a:prstGeom prst="rect">
            <a:avLst/>
          </a:prstGeom>
          <a:solidFill>
            <a:schemeClr val="bg1">
              <a:lumMod val="85000"/>
              <a:alpha val="50000"/>
            </a:schemeClr>
          </a:solidFill>
          <a:effectLst>
            <a:softEdge rad="31750"/>
          </a:effectLst>
        </p:spPr>
        <p:txBody>
          <a:bodyPr vert="horz" lIns="0" tIns="0" rIns="0" bIns="0" rtlCol="0" anchor="ctr" anchorCtr="0">
            <a:normAutofit/>
          </a:bodyPr>
          <a:lstStyle/>
          <a:p>
            <a:r>
              <a:rPr lang="en-US" dirty="0"/>
              <a:t>Click to add title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52500" y="1341690"/>
            <a:ext cx="10287000" cy="4868610"/>
          </a:xfrm>
          <a:prstGeom prst="rect">
            <a:avLst/>
          </a:prstGeom>
          <a:solidFill>
            <a:schemeClr val="bg1">
              <a:lumMod val="85000"/>
              <a:alpha val="50000"/>
            </a:schemeClr>
          </a:solidFill>
          <a:effectLst>
            <a:softEdge rad="31750"/>
          </a:effectLst>
        </p:spPr>
        <p:txBody>
          <a:bodyPr vert="horz" lIns="91440" tIns="91440" rIns="91440" bIns="0" rtlCol="0">
            <a:normAutofit/>
          </a:bodyPr>
          <a:lstStyle/>
          <a:p>
            <a:pPr lvl="0"/>
            <a:r>
              <a:rPr lang="en-US" dirty="0"/>
              <a:t>Click to add text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10036810" y="6500814"/>
            <a:ext cx="1371600" cy="357186"/>
          </a:xfrm>
          <a:prstGeom prst="rect">
            <a:avLst/>
          </a:prstGeom>
        </p:spPr>
        <p:txBody>
          <a:bodyPr vert="horz" lIns="91440" tIns="0" rIns="91440" bIns="0" rtlCol="0" anchor="ctr"/>
          <a:lstStyle>
            <a:lvl1pPr algn="r">
              <a:defRPr sz="1000">
                <a:solidFill>
                  <a:schemeClr val="bg1">
                    <a:lumMod val="50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742416" y="6500814"/>
            <a:ext cx="3197406" cy="355600"/>
          </a:xfrm>
          <a:prstGeom prst="rect">
            <a:avLst/>
          </a:prstGeom>
        </p:spPr>
        <p:txBody>
          <a:bodyPr vert="horz" lIns="91440" tIns="0" rIns="91440" bIns="0" rtlCol="0" anchor="ctr"/>
          <a:lstStyle>
            <a:lvl1pPr algn="l">
              <a:defRPr sz="1000">
                <a:solidFill>
                  <a:schemeClr val="bg1">
                    <a:lumMod val="50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1440302" y="6500474"/>
            <a:ext cx="381000" cy="357526"/>
          </a:xfrm>
          <a:prstGeom prst="rect">
            <a:avLst/>
          </a:prstGeom>
        </p:spPr>
        <p:txBody>
          <a:bodyPr vert="horz" lIns="0" tIns="0" rIns="0" bIns="0" rtlCol="0" anchor="ctr"/>
          <a:lstStyle>
            <a:lvl1pPr algn="ctr">
              <a:defRPr sz="1000" b="1">
                <a:solidFill>
                  <a:schemeClr val="accent2"/>
                </a:solidFill>
              </a:defRPr>
            </a:lvl1pPr>
          </a:lstStyle>
          <a:p>
            <a:fld id="{A2D3FCAD-823A-476E-8B64-08133BA4013A}" type="slidenum">
              <a:rPr lang="en-US" smtClean="0"/>
              <a:t>‹#›</a:t>
            </a:fld>
            <a:endParaRPr lang="en-US"/>
          </a:p>
        </p:txBody>
      </p:sp>
      <p:cxnSp>
        <p:nvCxnSpPr>
          <p:cNvPr id="8" name="Straight Connector 7"/>
          <p:cNvCxnSpPr/>
          <p:nvPr/>
        </p:nvCxnSpPr>
        <p:spPr>
          <a:xfrm>
            <a:off x="11424239" y="6604000"/>
            <a:ext cx="0" cy="155141"/>
          </a:xfrm>
          <a:prstGeom prst="line">
            <a:avLst/>
          </a:prstGeom>
          <a:ln w="6350">
            <a:solidFill>
              <a:schemeClr val="bg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0" name="Picture 9" descr="A blue shield with a book and a globe&#10;&#10;AI-generated content may be incorrect.">
            <a:extLst>
              <a:ext uri="{FF2B5EF4-FFF2-40B4-BE49-F238E27FC236}">
                <a16:creationId xmlns:a16="http://schemas.microsoft.com/office/drawing/2014/main" id="{053D45A0-C5FA-D505-74D7-55B0FC9256BF}"/>
              </a:ext>
            </a:extLst>
          </p:cNvPr>
          <p:cNvPicPr>
            <a:picLocks noChangeAspect="1"/>
          </p:cNvPicPr>
          <p:nvPr userDrawn="1"/>
        </p:nvPicPr>
        <p:blipFill>
          <a:blip r:embed="rId39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2730" y="419100"/>
            <a:ext cx="835269" cy="762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688879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27" r:id="rId1"/>
    <p:sldLayoutId id="2147483728" r:id="rId2"/>
    <p:sldLayoutId id="2147483729" r:id="rId3"/>
    <p:sldLayoutId id="2147483730" r:id="rId4"/>
    <p:sldLayoutId id="2147483731" r:id="rId5"/>
    <p:sldLayoutId id="2147483732" r:id="rId6"/>
    <p:sldLayoutId id="2147483733" r:id="rId7"/>
    <p:sldLayoutId id="2147483734" r:id="rId8"/>
    <p:sldLayoutId id="2147483735" r:id="rId9"/>
    <p:sldLayoutId id="2147483736" r:id="rId10"/>
    <p:sldLayoutId id="2147483737" r:id="rId11"/>
    <p:sldLayoutId id="2147483738" r:id="rId12"/>
    <p:sldLayoutId id="2147483739" r:id="rId13"/>
    <p:sldLayoutId id="2147483740" r:id="rId14"/>
    <p:sldLayoutId id="2147483741" r:id="rId15"/>
    <p:sldLayoutId id="2147483742" r:id="rId16"/>
    <p:sldLayoutId id="2147483743" r:id="rId17"/>
    <p:sldLayoutId id="2147483744" r:id="rId18"/>
    <p:sldLayoutId id="2147483745" r:id="rId19"/>
    <p:sldLayoutId id="2147483746" r:id="rId20"/>
    <p:sldLayoutId id="2147483747" r:id="rId21"/>
    <p:sldLayoutId id="2147483748" r:id="rId22"/>
    <p:sldLayoutId id="2147483749" r:id="rId23"/>
    <p:sldLayoutId id="2147483750" r:id="rId24"/>
    <p:sldLayoutId id="2147483751" r:id="rId25"/>
    <p:sldLayoutId id="2147483752" r:id="rId26"/>
    <p:sldLayoutId id="2147483753" r:id="rId27"/>
    <p:sldLayoutId id="2147483754" r:id="rId28"/>
    <p:sldLayoutId id="2147483755" r:id="rId29"/>
    <p:sldLayoutId id="2147483756" r:id="rId30"/>
    <p:sldLayoutId id="2147483757" r:id="rId31"/>
    <p:sldLayoutId id="2147483758" r:id="rId32"/>
    <p:sldLayoutId id="2147483759" r:id="rId33"/>
    <p:sldLayoutId id="2147483760" r:id="rId34"/>
    <p:sldLayoutId id="2147483761" r:id="rId35"/>
    <p:sldLayoutId id="2147483763" r:id="rId36"/>
  </p:sldLayoutIdLst>
  <p:hf hdr="0" ftr="0" dt="0"/>
  <p:txStyles>
    <p:titleStyle>
      <a:lvl1pPr marL="91440" algn="l" defTabSz="914400" rtl="0" eaLnBrk="1" latinLnBrk="0" hangingPunct="1">
        <a:lnSpc>
          <a:spcPct val="90000"/>
        </a:lnSpc>
        <a:spcBef>
          <a:spcPct val="0"/>
        </a:spcBef>
        <a:buNone/>
        <a:defRPr sz="3600" b="1" kern="1200" baseline="0">
          <a:solidFill>
            <a:schemeClr val="accent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100000"/>
        </a:lnSpc>
        <a:spcBef>
          <a:spcPts val="1000"/>
        </a:spcBef>
        <a:buClr>
          <a:srgbClr val="002060"/>
        </a:buClr>
        <a:buFont typeface="Times New Roman" panose="02020603050405020304" pitchFamily="18" charset="0"/>
        <a:buChar char="●"/>
        <a:defRPr sz="2000" kern="1200">
          <a:solidFill>
            <a:schemeClr val="tx2">
              <a:lumMod val="75000"/>
            </a:schemeClr>
          </a:solidFill>
          <a:latin typeface="+mn-lt"/>
          <a:ea typeface="+mn-ea"/>
          <a:cs typeface="+mn-cs"/>
        </a:defRPr>
      </a:lvl1pPr>
      <a:lvl2pPr marL="693738" indent="-246063" algn="l" defTabSz="914400" rtl="0" eaLnBrk="1" latinLnBrk="0" hangingPunct="1">
        <a:lnSpc>
          <a:spcPct val="100000"/>
        </a:lnSpc>
        <a:spcBef>
          <a:spcPts val="400"/>
        </a:spcBef>
        <a:buClr>
          <a:srgbClr val="002060"/>
        </a:buClr>
        <a:buFont typeface="Times New Roman" panose="02020603050405020304" pitchFamily="18" charset="0"/>
        <a:buChar char="●"/>
        <a:tabLst/>
        <a:defRPr sz="1600" kern="1200">
          <a:solidFill>
            <a:schemeClr val="tx2">
              <a:lumMod val="75000"/>
            </a:schemeClr>
          </a:solidFill>
          <a:latin typeface="+mn-lt"/>
          <a:ea typeface="+mn-ea"/>
          <a:cs typeface="+mn-cs"/>
        </a:defRPr>
      </a:lvl2pPr>
      <a:lvl3pPr marL="1150938" indent="-228600" algn="l" defTabSz="914400" rtl="0" eaLnBrk="1" latinLnBrk="0" hangingPunct="1">
        <a:lnSpc>
          <a:spcPct val="100000"/>
        </a:lnSpc>
        <a:spcBef>
          <a:spcPts val="400"/>
        </a:spcBef>
        <a:buClr>
          <a:srgbClr val="002060"/>
        </a:buClr>
        <a:buSzPct val="80000"/>
        <a:buFont typeface="Times New Roman" panose="02020603050405020304" pitchFamily="18" charset="0"/>
        <a:buChar char="●"/>
        <a:tabLst/>
        <a:defRPr sz="1600" kern="1200">
          <a:solidFill>
            <a:schemeClr val="tx2">
              <a:lumMod val="75000"/>
            </a:schemeClr>
          </a:solidFill>
          <a:latin typeface="+mn-lt"/>
          <a:ea typeface="+mn-ea"/>
          <a:cs typeface="+mn-cs"/>
        </a:defRPr>
      </a:lvl3pPr>
      <a:lvl4pPr marL="1606550" indent="-227013" algn="l" defTabSz="914400" rtl="0" eaLnBrk="1" latinLnBrk="0" hangingPunct="1">
        <a:lnSpc>
          <a:spcPct val="100000"/>
        </a:lnSpc>
        <a:spcBef>
          <a:spcPts val="400"/>
        </a:spcBef>
        <a:buClr>
          <a:srgbClr val="002060"/>
        </a:buClr>
        <a:buSzPct val="80000"/>
        <a:buFont typeface="Times New Roman" panose="02020603050405020304" pitchFamily="18" charset="0"/>
        <a:buChar char="●"/>
        <a:tabLst/>
        <a:defRPr sz="1600" kern="1200">
          <a:solidFill>
            <a:schemeClr val="tx2">
              <a:lumMod val="75000"/>
            </a:schemeClr>
          </a:solidFill>
          <a:latin typeface="+mn-lt"/>
          <a:ea typeface="+mn-ea"/>
          <a:cs typeface="+mn-cs"/>
        </a:defRPr>
      </a:lvl4pPr>
      <a:lvl5pPr marL="2063750" indent="-228600" algn="l" defTabSz="914400" rtl="0" eaLnBrk="1" latinLnBrk="0" hangingPunct="1">
        <a:lnSpc>
          <a:spcPct val="100000"/>
        </a:lnSpc>
        <a:spcBef>
          <a:spcPts val="400"/>
        </a:spcBef>
        <a:buClr>
          <a:srgbClr val="002060"/>
        </a:buClr>
        <a:buFont typeface="Times New Roman" panose="02020603050405020304" pitchFamily="18" charset="0"/>
        <a:buChar char="●"/>
        <a:tabLst/>
        <a:defRPr sz="1600" kern="1200" baseline="0">
          <a:solidFill>
            <a:schemeClr val="tx2">
              <a:lumMod val="75000"/>
            </a:schemeClr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0" orient="horz" pos="264">
          <p15:clr>
            <a:srgbClr val="F26B43"/>
          </p15:clr>
        </p15:guide>
        <p15:guide id="11" pos="288">
          <p15:clr>
            <a:srgbClr val="F26B43"/>
          </p15:clr>
        </p15:guide>
        <p15:guide id="12" pos="7392">
          <p15:clr>
            <a:srgbClr val="F26B43"/>
          </p15:clr>
        </p15:guide>
        <p15:guide id="13" orient="horz" pos="3912">
          <p15:clr>
            <a:srgbClr val="F26B43"/>
          </p15:clr>
        </p15:guide>
        <p15:guide id="14" pos="3840">
          <p15:clr>
            <a:srgbClr val="F26B43"/>
          </p15:clr>
        </p15:guide>
        <p15:guide id="16" orient="horz" pos="936">
          <p15:clr>
            <a:srgbClr val="F26B43"/>
          </p15:clr>
        </p15:guide>
        <p15:guide id="17" pos="600">
          <p15:clr>
            <a:srgbClr val="F26B43"/>
          </p15:clr>
        </p15:guide>
        <p15:guide id="18" pos="7080">
          <p15:clr>
            <a:srgbClr val="F26B43"/>
          </p15:clr>
        </p15:guide>
        <p15:guide id="19" pos="4056">
          <p15:clr>
            <a:srgbClr val="F26B43"/>
          </p15:clr>
        </p15:guide>
        <p15:guide id="20" pos="3624">
          <p15:clr>
            <a:srgbClr val="F26B43"/>
          </p15:clr>
        </p15:guide>
        <p15:guide id="22" orient="horz" pos="744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hyperlink" Target="mailto:sellis37@jh.edu" TargetMode="External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4" Type="http://schemas.openxmlformats.org/officeDocument/2006/relationships/hyperlink" Target="mailto:shuang@jh.edu" TargetMode="Externa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1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1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1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1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svg"/><Relationship Id="rId7" Type="http://schemas.openxmlformats.org/officeDocument/2006/relationships/image" Target="../media/image23.svg"/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11.xml"/><Relationship Id="rId6" Type="http://schemas.openxmlformats.org/officeDocument/2006/relationships/image" Target="../media/image22.png"/><Relationship Id="rId5" Type="http://schemas.openxmlformats.org/officeDocument/2006/relationships/image" Target="../media/image21.svg"/><Relationship Id="rId4" Type="http://schemas.openxmlformats.org/officeDocument/2006/relationships/image" Target="../media/image20.png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1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1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1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1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1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1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1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1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1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1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4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BC0FA2A-C8B4-6B39-624D-E18E159FA995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/>
        <p:txBody>
          <a:bodyPr/>
          <a:lstStyle/>
          <a:p>
            <a:fld id="{A2D3FCAD-823A-476E-8B64-08133BA4013A}" type="slidenum">
              <a:rPr lang="en-US" smtClean="0"/>
              <a:t>1</a:t>
            </a:fld>
            <a:endParaRPr lang="en-US"/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744B970D-BBA5-A488-95D9-94C216DF945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85800" y="1592826"/>
            <a:ext cx="5648093" cy="2303673"/>
          </a:xfrm>
          <a:noFill/>
        </p:spPr>
        <p:txBody>
          <a:bodyPr lIns="182880" anchor="ctr">
            <a:normAutofit/>
          </a:bodyPr>
          <a:lstStyle/>
          <a:p>
            <a:r>
              <a:rPr lang="en-US" dirty="0"/>
              <a:t>Let’s Get This Breadboard: An Agentic Approach to Recipe Generation</a:t>
            </a:r>
          </a:p>
        </p:txBody>
      </p:sp>
      <p:graphicFrame>
        <p:nvGraphicFramePr>
          <p:cNvPr id="3" name="Table 2">
            <a:extLst>
              <a:ext uri="{FF2B5EF4-FFF2-40B4-BE49-F238E27FC236}">
                <a16:creationId xmlns:a16="http://schemas.microsoft.com/office/drawing/2014/main" id="{468F17C6-B45D-684E-B72F-A74CFA486F7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087534923"/>
              </p:ext>
            </p:extLst>
          </p:nvPr>
        </p:nvGraphicFramePr>
        <p:xfrm>
          <a:off x="976745" y="4361273"/>
          <a:ext cx="5357148" cy="74168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2680855">
                  <a:extLst>
                    <a:ext uri="{9D8B030D-6E8A-4147-A177-3AD203B41FA5}">
                      <a16:colId xmlns:a16="http://schemas.microsoft.com/office/drawing/2014/main" val="3125204499"/>
                    </a:ext>
                  </a:extLst>
                </a:gridCol>
                <a:gridCol w="2676293">
                  <a:extLst>
                    <a:ext uri="{9D8B030D-6E8A-4147-A177-3AD203B41FA5}">
                      <a16:colId xmlns:a16="http://schemas.microsoft.com/office/drawing/2014/main" val="3405294063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800" b="1" dirty="0">
                          <a:solidFill>
                            <a:srgbClr val="99CCFF"/>
                          </a:solidFill>
                        </a:rPr>
                        <a:t>Scott Daniel Ellis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800" b="1" dirty="0">
                          <a:solidFill>
                            <a:srgbClr val="99CCFF"/>
                          </a:solidFill>
                        </a:rPr>
                        <a:t>Selena Huang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59923063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800" dirty="0">
                          <a:hlinkClick r:id="rId3"/>
                        </a:rPr>
                        <a:t>sellis37@jh.edu</a:t>
                      </a:r>
                      <a:endParaRPr lang="en-US" sz="1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800" dirty="0">
                          <a:hlinkClick r:id="rId4"/>
                        </a:rPr>
                        <a:t>shuang@jh.edu</a:t>
                      </a:r>
                      <a:endParaRPr lang="en-US" sz="18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047777242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71139503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A0DE6E8-5E69-9E93-B3DF-212FBD80E86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Motivation &amp; Problem Definition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F058CF6-4C13-A7D2-A76D-E9DC4D689A62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952500" y="1324598"/>
            <a:ext cx="10287000" cy="4885702"/>
          </a:xfrm>
        </p:spPr>
        <p:txBody>
          <a:bodyPr>
            <a:normAutofit/>
          </a:bodyPr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7621490-D793-EE43-53AB-A8D78AB1467D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/>
        <p:txBody>
          <a:bodyPr/>
          <a:lstStyle/>
          <a:p>
            <a:fld id="{A2D3FCAD-823A-476E-8B64-08133BA4013A}" type="slidenum">
              <a:rPr lang="en-US" smtClean="0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0565454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3487E84-6599-284A-B545-B75FDF6C122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CAB9EA7-BB33-FB82-F195-5646FBC2EDF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Project Objectives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836A378-5BA4-96E1-40C6-548A3A29BF9E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6FD6FF9-6BC1-13C3-8422-3A3B6AC41454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/>
        <p:txBody>
          <a:bodyPr/>
          <a:lstStyle/>
          <a:p>
            <a:fld id="{A2D3FCAD-823A-476E-8B64-08133BA4013A}" type="slidenum">
              <a:rPr lang="en-US" smtClean="0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3726809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BC9E8B0-50B0-D19A-CE72-D703B0E04A3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5C9F55C-1CA7-34DE-215B-09E64C3A3F8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Related Work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F7B004C-B40F-CD63-CEDF-2100981C3DED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7517BD5-F997-5648-2720-D3782AAA0881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/>
        <p:txBody>
          <a:bodyPr/>
          <a:lstStyle/>
          <a:p>
            <a:fld id="{A2D3FCAD-823A-476E-8B64-08133BA4013A}" type="slidenum">
              <a:rPr lang="en-US" smtClean="0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459675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C17DB92-C827-61A4-FC8F-2BBD56BAC4D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6B3B346-F68E-F089-3D4D-782010FEEAD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System Architecture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111C3F1-A56B-F4AB-5F4E-C94A120635A9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>
            <a:normAutofit/>
          </a:bodyPr>
          <a:lstStyle/>
          <a:p>
            <a:pPr marL="457200" indent="-457200">
              <a:buFont typeface="+mj-lt"/>
              <a:buAutoNum type="arabicPeriod"/>
            </a:pPr>
            <a:r>
              <a:rPr lang="en-US" dirty="0"/>
              <a:t>User specifies constraints: budget, calories, dietary rules, required ingredients.</a:t>
            </a:r>
          </a:p>
          <a:p>
            <a:pPr marL="457200" indent="-457200">
              <a:buFont typeface="+mj-lt"/>
              <a:buAutoNum type="arabicPeriod"/>
            </a:pPr>
            <a:r>
              <a:rPr lang="en-US" dirty="0"/>
              <a:t>Planner agent interprets and structures constraints.</a:t>
            </a:r>
          </a:p>
          <a:p>
            <a:pPr marL="457200" indent="-457200">
              <a:buFont typeface="+mj-lt"/>
              <a:buAutoNum type="arabicPeriod"/>
            </a:pPr>
            <a:r>
              <a:rPr lang="en-US" dirty="0"/>
              <a:t>LLM drafts a recipe.</a:t>
            </a:r>
          </a:p>
          <a:p>
            <a:pPr marL="457200" indent="-457200">
              <a:buFont typeface="+mj-lt"/>
              <a:buAutoNum type="arabicPeriod"/>
            </a:pPr>
            <a:r>
              <a:rPr lang="en-US" dirty="0"/>
              <a:t>Verifier agent analyzes:</a:t>
            </a:r>
          </a:p>
          <a:p>
            <a:pPr lvl="1"/>
            <a:r>
              <a:rPr lang="en-US" sz="1800" dirty="0"/>
              <a:t>Allergen/forbidden ingredient violations</a:t>
            </a:r>
          </a:p>
          <a:p>
            <a:pPr lvl="1"/>
            <a:r>
              <a:rPr lang="en-US" sz="1800" dirty="0"/>
              <a:t>Nutritional content</a:t>
            </a:r>
          </a:p>
          <a:p>
            <a:pPr lvl="1"/>
            <a:r>
              <a:rPr lang="en-US" sz="1800" dirty="0"/>
              <a:t>Estimated cost</a:t>
            </a:r>
          </a:p>
          <a:p>
            <a:pPr lvl="1"/>
            <a:r>
              <a:rPr lang="en-US" sz="1800" dirty="0"/>
              <a:t>Using FDC + Open Food Facts APIs. </a:t>
            </a:r>
            <a:endParaRPr lang="en-US" dirty="0"/>
          </a:p>
          <a:p>
            <a:pPr marL="457200" indent="-457200">
              <a:buFont typeface="+mj-lt"/>
              <a:buAutoNum type="arabicPeriod"/>
            </a:pPr>
            <a:r>
              <a:rPr lang="en-US" dirty="0"/>
              <a:t>If any violation: return structured feedback &gt; regenerate &gt; re-verify.</a:t>
            </a:r>
          </a:p>
          <a:p>
            <a:pPr marL="457200" indent="-457200">
              <a:buFont typeface="+mj-lt"/>
              <a:buAutoNum type="arabicPeriod"/>
            </a:pPr>
            <a:r>
              <a:rPr lang="en-US" dirty="0"/>
              <a:t>Terminate when all constraints satisfied.</a:t>
            </a:r>
          </a:p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020EEEE-FB26-50C3-AC20-B7E13F69962C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/>
        <p:txBody>
          <a:bodyPr/>
          <a:lstStyle/>
          <a:p>
            <a:fld id="{A2D3FCAD-823A-476E-8B64-08133BA4013A}" type="slidenum">
              <a:rPr lang="en-US" smtClean="0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1646236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528E34A-3337-0EF5-0B8B-A56B1840FD3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128F5AA-A5CF-8244-C456-465DED34922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Pipeline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43FB8C4-1DA3-2121-6956-6B719205C05D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/>
        <p:txBody>
          <a:bodyPr/>
          <a:lstStyle/>
          <a:p>
            <a:fld id="{A2D3FCAD-823A-476E-8B64-08133BA4013A}" type="slidenum">
              <a:rPr lang="en-US" smtClean="0"/>
              <a:t>6</a:t>
            </a:fld>
            <a:endParaRPr lang="en-US"/>
          </a:p>
        </p:txBody>
      </p:sp>
      <p:grpSp>
        <p:nvGrpSpPr>
          <p:cNvPr id="6" name="Group 5">
            <a:extLst>
              <a:ext uri="{FF2B5EF4-FFF2-40B4-BE49-F238E27FC236}">
                <a16:creationId xmlns:a16="http://schemas.microsoft.com/office/drawing/2014/main" id="{7DBFED61-1BDC-BC64-2889-2EC787516F6E}"/>
              </a:ext>
            </a:extLst>
          </p:cNvPr>
          <p:cNvGrpSpPr/>
          <p:nvPr/>
        </p:nvGrpSpPr>
        <p:grpSpPr>
          <a:xfrm>
            <a:off x="5093931" y="1771502"/>
            <a:ext cx="1735395" cy="553943"/>
            <a:chOff x="2947218" y="2238418"/>
            <a:chExt cx="1735395" cy="553943"/>
          </a:xfrm>
        </p:grpSpPr>
        <p:cxnSp>
          <p:nvCxnSpPr>
            <p:cNvPr id="24" name="Straight Arrow Connector 23">
              <a:extLst>
                <a:ext uri="{FF2B5EF4-FFF2-40B4-BE49-F238E27FC236}">
                  <a16:creationId xmlns:a16="http://schemas.microsoft.com/office/drawing/2014/main" id="{AFC94195-8320-3A8C-626A-C6670674EF24}"/>
                </a:ext>
              </a:extLst>
            </p:cNvPr>
            <p:cNvCxnSpPr>
              <a:cxnSpLocks/>
            </p:cNvCxnSpPr>
            <p:nvPr/>
          </p:nvCxnSpPr>
          <p:spPr>
            <a:xfrm>
              <a:off x="3116826" y="2792361"/>
              <a:ext cx="1396180" cy="0"/>
            </a:xfrm>
            <a:prstGeom prst="straightConnector1">
              <a:avLst/>
            </a:prstGeom>
            <a:ln w="38100">
              <a:solidFill>
                <a:schemeClr val="tx1"/>
              </a:solidFill>
              <a:headEnd type="none" w="med" len="med"/>
              <a:tailEnd type="arrow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5" name="TextBox 24">
              <a:extLst>
                <a:ext uri="{FF2B5EF4-FFF2-40B4-BE49-F238E27FC236}">
                  <a16:creationId xmlns:a16="http://schemas.microsoft.com/office/drawing/2014/main" id="{7E0E3DA6-C434-E68A-F628-4E18D87B92D0}"/>
                </a:ext>
              </a:extLst>
            </p:cNvPr>
            <p:cNvSpPr txBox="1"/>
            <p:nvPr/>
          </p:nvSpPr>
          <p:spPr>
            <a:xfrm>
              <a:off x="2947218" y="2238418"/>
              <a:ext cx="1735395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b="1" dirty="0">
                  <a:solidFill>
                    <a:schemeClr val="accent1">
                      <a:lumMod val="50000"/>
                    </a:schemeClr>
                  </a:solidFill>
                </a:rPr>
                <a:t>Fill out fields</a:t>
              </a:r>
            </a:p>
          </p:txBody>
        </p:sp>
      </p:grpSp>
      <p:grpSp>
        <p:nvGrpSpPr>
          <p:cNvPr id="7" name="Group 6">
            <a:extLst>
              <a:ext uri="{FF2B5EF4-FFF2-40B4-BE49-F238E27FC236}">
                <a16:creationId xmlns:a16="http://schemas.microsoft.com/office/drawing/2014/main" id="{6F96A1AA-9AA4-EBEE-174D-7712FD185347}"/>
              </a:ext>
            </a:extLst>
          </p:cNvPr>
          <p:cNvGrpSpPr/>
          <p:nvPr/>
        </p:nvGrpSpPr>
        <p:grpSpPr>
          <a:xfrm>
            <a:off x="7081282" y="1327837"/>
            <a:ext cx="1538748" cy="1820212"/>
            <a:chOff x="5014452" y="2347452"/>
            <a:chExt cx="1538748" cy="1820212"/>
          </a:xfrm>
        </p:grpSpPr>
        <p:pic>
          <p:nvPicPr>
            <p:cNvPr id="22" name="Graphic 21" descr="Computer with solid fill">
              <a:extLst>
                <a:ext uri="{FF2B5EF4-FFF2-40B4-BE49-F238E27FC236}">
                  <a16:creationId xmlns:a16="http://schemas.microsoft.com/office/drawing/2014/main" id="{A79E5F8D-51D6-31BA-14E5-63E771FC9A94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5014452" y="2347452"/>
              <a:ext cx="1538748" cy="1538748"/>
            </a:xfrm>
            <a:prstGeom prst="rect">
              <a:avLst/>
            </a:prstGeom>
          </p:spPr>
        </p:pic>
        <p:sp>
          <p:nvSpPr>
            <p:cNvPr id="23" name="TextBox 22">
              <a:extLst>
                <a:ext uri="{FF2B5EF4-FFF2-40B4-BE49-F238E27FC236}">
                  <a16:creationId xmlns:a16="http://schemas.microsoft.com/office/drawing/2014/main" id="{FAB62AF5-4D27-94A3-1D08-D9E0E4F10433}"/>
                </a:ext>
              </a:extLst>
            </p:cNvPr>
            <p:cNvSpPr txBox="1"/>
            <p:nvPr/>
          </p:nvSpPr>
          <p:spPr>
            <a:xfrm>
              <a:off x="5218471" y="3798332"/>
              <a:ext cx="1130710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b="1" dirty="0">
                  <a:solidFill>
                    <a:schemeClr val="accent1">
                      <a:lumMod val="50000"/>
                    </a:schemeClr>
                  </a:solidFill>
                </a:rPr>
                <a:t>GUI</a:t>
              </a:r>
            </a:p>
          </p:txBody>
        </p:sp>
      </p:grpSp>
      <p:grpSp>
        <p:nvGrpSpPr>
          <p:cNvPr id="9" name="Group 8">
            <a:extLst>
              <a:ext uri="{FF2B5EF4-FFF2-40B4-BE49-F238E27FC236}">
                <a16:creationId xmlns:a16="http://schemas.microsoft.com/office/drawing/2014/main" id="{6133C186-823B-BB92-A643-BCB3A1641FDB}"/>
              </a:ext>
            </a:extLst>
          </p:cNvPr>
          <p:cNvGrpSpPr/>
          <p:nvPr/>
        </p:nvGrpSpPr>
        <p:grpSpPr>
          <a:xfrm>
            <a:off x="6895112" y="4025435"/>
            <a:ext cx="1911088" cy="2052537"/>
            <a:chOff x="7257949" y="631581"/>
            <a:chExt cx="1911088" cy="2052537"/>
          </a:xfrm>
        </p:grpSpPr>
        <p:sp>
          <p:nvSpPr>
            <p:cNvPr id="18" name="TextBox 17">
              <a:extLst>
                <a:ext uri="{FF2B5EF4-FFF2-40B4-BE49-F238E27FC236}">
                  <a16:creationId xmlns:a16="http://schemas.microsoft.com/office/drawing/2014/main" id="{C4A7CA91-7321-5B6B-2BD0-8BE221A93D5C}"/>
                </a:ext>
              </a:extLst>
            </p:cNvPr>
            <p:cNvSpPr txBox="1"/>
            <p:nvPr/>
          </p:nvSpPr>
          <p:spPr>
            <a:xfrm>
              <a:off x="7257949" y="1760788"/>
              <a:ext cx="1911088" cy="92333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b="1" dirty="0">
                  <a:solidFill>
                    <a:schemeClr val="accent1">
                      <a:lumMod val="50000"/>
                    </a:schemeClr>
                  </a:solidFill>
                </a:rPr>
                <a:t>Recipe Generator</a:t>
              </a:r>
            </a:p>
            <a:p>
              <a:pPr algn="ctr"/>
              <a:r>
                <a:rPr lang="en-US" b="1" dirty="0">
                  <a:solidFill>
                    <a:schemeClr val="accent1">
                      <a:lumMod val="50000"/>
                    </a:schemeClr>
                  </a:solidFill>
                </a:rPr>
                <a:t>(gpt-oss:20b)</a:t>
              </a:r>
            </a:p>
          </p:txBody>
        </p:sp>
        <p:pic>
          <p:nvPicPr>
            <p:cNvPr id="19" name="Graphic 18" descr="Artificial Intelligence with solid fill">
              <a:extLst>
                <a:ext uri="{FF2B5EF4-FFF2-40B4-BE49-F238E27FC236}">
                  <a16:creationId xmlns:a16="http://schemas.microsoft.com/office/drawing/2014/main" id="{F4D1C405-3ABF-295D-BE29-EEEADCB2886D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p:blipFill>
          <p:spPr>
            <a:xfrm>
              <a:off x="7649505" y="631581"/>
              <a:ext cx="1133087" cy="1133087"/>
            </a:xfrm>
            <a:prstGeom prst="rect">
              <a:avLst/>
            </a:prstGeom>
          </p:spPr>
        </p:pic>
      </p:grpSp>
      <p:grpSp>
        <p:nvGrpSpPr>
          <p:cNvPr id="10" name="Group 9">
            <a:extLst>
              <a:ext uri="{FF2B5EF4-FFF2-40B4-BE49-F238E27FC236}">
                <a16:creationId xmlns:a16="http://schemas.microsoft.com/office/drawing/2014/main" id="{06290440-AE6D-DBDF-3C97-9AAC6A8E2D80}"/>
              </a:ext>
            </a:extLst>
          </p:cNvPr>
          <p:cNvGrpSpPr/>
          <p:nvPr/>
        </p:nvGrpSpPr>
        <p:grpSpPr>
          <a:xfrm>
            <a:off x="3574848" y="4021270"/>
            <a:ext cx="1538747" cy="2055410"/>
            <a:chOff x="3862842" y="-119202"/>
            <a:chExt cx="1538747" cy="2055410"/>
          </a:xfrm>
        </p:grpSpPr>
        <p:sp>
          <p:nvSpPr>
            <p:cNvPr id="16" name="TextBox 15">
              <a:extLst>
                <a:ext uri="{FF2B5EF4-FFF2-40B4-BE49-F238E27FC236}">
                  <a16:creationId xmlns:a16="http://schemas.microsoft.com/office/drawing/2014/main" id="{5CB67F8F-AE53-17EB-5C23-78250EB5B06C}"/>
                </a:ext>
              </a:extLst>
            </p:cNvPr>
            <p:cNvSpPr txBox="1"/>
            <p:nvPr/>
          </p:nvSpPr>
          <p:spPr>
            <a:xfrm>
              <a:off x="3862842" y="1012878"/>
              <a:ext cx="1538747" cy="92333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b="1" dirty="0">
                  <a:solidFill>
                    <a:schemeClr val="accent1">
                      <a:lumMod val="50000"/>
                    </a:schemeClr>
                  </a:solidFill>
                </a:rPr>
                <a:t>Recipe</a:t>
              </a:r>
            </a:p>
            <a:p>
              <a:pPr algn="ctr"/>
              <a:r>
                <a:rPr lang="en-US" b="1" dirty="0">
                  <a:solidFill>
                    <a:schemeClr val="accent1">
                      <a:lumMod val="50000"/>
                    </a:schemeClr>
                  </a:solidFill>
                </a:rPr>
                <a:t>Validator</a:t>
              </a:r>
            </a:p>
            <a:p>
              <a:pPr algn="ctr"/>
              <a:r>
                <a:rPr lang="en-US" b="1" dirty="0">
                  <a:solidFill>
                    <a:schemeClr val="accent1">
                      <a:lumMod val="50000"/>
                    </a:schemeClr>
                  </a:solidFill>
                </a:rPr>
                <a:t>(qwen3:8b)</a:t>
              </a:r>
            </a:p>
          </p:txBody>
        </p:sp>
        <p:pic>
          <p:nvPicPr>
            <p:cNvPr id="17" name="Graphic 16" descr="Artificial Intelligence with solid fill">
              <a:extLst>
                <a:ext uri="{FF2B5EF4-FFF2-40B4-BE49-F238E27FC236}">
                  <a16:creationId xmlns:a16="http://schemas.microsoft.com/office/drawing/2014/main" id="{9DEFDB08-A5D2-E31C-35BF-8A8E61C52324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p:blipFill>
          <p:spPr>
            <a:xfrm>
              <a:off x="4071848" y="-119202"/>
              <a:ext cx="1133087" cy="1133087"/>
            </a:xfrm>
            <a:prstGeom prst="rect">
              <a:avLst/>
            </a:prstGeom>
          </p:spPr>
        </p:pic>
      </p:grpSp>
      <p:grpSp>
        <p:nvGrpSpPr>
          <p:cNvPr id="13" name="Group 12">
            <a:extLst>
              <a:ext uri="{FF2B5EF4-FFF2-40B4-BE49-F238E27FC236}">
                <a16:creationId xmlns:a16="http://schemas.microsoft.com/office/drawing/2014/main" id="{CB52B527-8F18-8FDC-4F3E-FC0D6997295E}"/>
              </a:ext>
            </a:extLst>
          </p:cNvPr>
          <p:cNvGrpSpPr/>
          <p:nvPr/>
        </p:nvGrpSpPr>
        <p:grpSpPr>
          <a:xfrm>
            <a:off x="3683796" y="1457864"/>
            <a:ext cx="1320853" cy="1690185"/>
            <a:chOff x="1753393" y="1695191"/>
            <a:chExt cx="1320853" cy="1690185"/>
          </a:xfrm>
        </p:grpSpPr>
        <p:sp>
          <p:nvSpPr>
            <p:cNvPr id="14" name="TextBox 13">
              <a:extLst>
                <a:ext uri="{FF2B5EF4-FFF2-40B4-BE49-F238E27FC236}">
                  <a16:creationId xmlns:a16="http://schemas.microsoft.com/office/drawing/2014/main" id="{ABD359B2-A2A2-4FAF-CB79-2B9338468CB6}"/>
                </a:ext>
              </a:extLst>
            </p:cNvPr>
            <p:cNvSpPr txBox="1"/>
            <p:nvPr/>
          </p:nvSpPr>
          <p:spPr>
            <a:xfrm>
              <a:off x="1848465" y="3016044"/>
              <a:ext cx="1130710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b="1" dirty="0">
                  <a:solidFill>
                    <a:schemeClr val="accent1">
                      <a:lumMod val="50000"/>
                    </a:schemeClr>
                  </a:solidFill>
                </a:rPr>
                <a:t>User</a:t>
              </a:r>
            </a:p>
          </p:txBody>
        </p:sp>
        <p:pic>
          <p:nvPicPr>
            <p:cNvPr id="15" name="Graphic 14" descr="User with solid fill">
              <a:extLst>
                <a:ext uri="{FF2B5EF4-FFF2-40B4-BE49-F238E27FC236}">
                  <a16:creationId xmlns:a16="http://schemas.microsoft.com/office/drawing/2014/main" id="{BBFB6CF8-3985-C46C-A0BD-F2349398244E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p:blipFill>
          <p:spPr>
            <a:xfrm>
              <a:off x="1753393" y="1695191"/>
              <a:ext cx="1320853" cy="1320853"/>
            </a:xfrm>
            <a:prstGeom prst="rect">
              <a:avLst/>
            </a:prstGeom>
          </p:spPr>
        </p:pic>
      </p:grpSp>
      <p:sp>
        <p:nvSpPr>
          <p:cNvPr id="33" name="Freeform: Shape 32">
            <a:extLst>
              <a:ext uri="{FF2B5EF4-FFF2-40B4-BE49-F238E27FC236}">
                <a16:creationId xmlns:a16="http://schemas.microsoft.com/office/drawing/2014/main" id="{7E67A4B1-67B4-A1B0-DF84-6A48583A8506}"/>
              </a:ext>
            </a:extLst>
          </p:cNvPr>
          <p:cNvSpPr/>
          <p:nvPr/>
        </p:nvSpPr>
        <p:spPr>
          <a:xfrm>
            <a:off x="8962092" y="2140834"/>
            <a:ext cx="621816" cy="2831216"/>
          </a:xfrm>
          <a:custGeom>
            <a:avLst/>
            <a:gdLst>
              <a:gd name="connsiteX0" fmla="*/ 0 w 1097280"/>
              <a:gd name="connsiteY0" fmla="*/ 33251 h 3341717"/>
              <a:gd name="connsiteX1" fmla="*/ 1030779 w 1097280"/>
              <a:gd name="connsiteY1" fmla="*/ 0 h 3341717"/>
              <a:gd name="connsiteX2" fmla="*/ 1097280 w 1097280"/>
              <a:gd name="connsiteY2" fmla="*/ 3308466 h 3341717"/>
              <a:gd name="connsiteX3" fmla="*/ 0 w 1097280"/>
              <a:gd name="connsiteY3" fmla="*/ 3341717 h 3341717"/>
              <a:gd name="connsiteX0" fmla="*/ 0 w 1097280"/>
              <a:gd name="connsiteY0" fmla="*/ 4676 h 3341717"/>
              <a:gd name="connsiteX1" fmla="*/ 1030779 w 1097280"/>
              <a:gd name="connsiteY1" fmla="*/ 0 h 3341717"/>
              <a:gd name="connsiteX2" fmla="*/ 1097280 w 1097280"/>
              <a:gd name="connsiteY2" fmla="*/ 3308466 h 3341717"/>
              <a:gd name="connsiteX3" fmla="*/ 0 w 1097280"/>
              <a:gd name="connsiteY3" fmla="*/ 3341717 h 3341717"/>
              <a:gd name="connsiteX0" fmla="*/ 47625 w 1144905"/>
              <a:gd name="connsiteY0" fmla="*/ 4676 h 3313142"/>
              <a:gd name="connsiteX1" fmla="*/ 1078404 w 1144905"/>
              <a:gd name="connsiteY1" fmla="*/ 0 h 3313142"/>
              <a:gd name="connsiteX2" fmla="*/ 1144905 w 1144905"/>
              <a:gd name="connsiteY2" fmla="*/ 3308466 h 3313142"/>
              <a:gd name="connsiteX3" fmla="*/ 0 w 1144905"/>
              <a:gd name="connsiteY3" fmla="*/ 3313142 h 3313142"/>
              <a:gd name="connsiteX0" fmla="*/ 47625 w 1145079"/>
              <a:gd name="connsiteY0" fmla="*/ 4676 h 3313142"/>
              <a:gd name="connsiteX1" fmla="*/ 1145079 w 1145079"/>
              <a:gd name="connsiteY1" fmla="*/ 0 h 3313142"/>
              <a:gd name="connsiteX2" fmla="*/ 1144905 w 1145079"/>
              <a:gd name="connsiteY2" fmla="*/ 3308466 h 3313142"/>
              <a:gd name="connsiteX3" fmla="*/ 0 w 1145079"/>
              <a:gd name="connsiteY3" fmla="*/ 3313142 h 3313142"/>
              <a:gd name="connsiteX0" fmla="*/ 76200 w 1145079"/>
              <a:gd name="connsiteY0" fmla="*/ 4676 h 3313142"/>
              <a:gd name="connsiteX1" fmla="*/ 1145079 w 1145079"/>
              <a:gd name="connsiteY1" fmla="*/ 0 h 3313142"/>
              <a:gd name="connsiteX2" fmla="*/ 1144905 w 1145079"/>
              <a:gd name="connsiteY2" fmla="*/ 3308466 h 3313142"/>
              <a:gd name="connsiteX3" fmla="*/ 0 w 1145079"/>
              <a:gd name="connsiteY3" fmla="*/ 3313142 h 3313142"/>
              <a:gd name="connsiteX0" fmla="*/ 95250 w 1145079"/>
              <a:gd name="connsiteY0" fmla="*/ 4676 h 3313142"/>
              <a:gd name="connsiteX1" fmla="*/ 1145079 w 1145079"/>
              <a:gd name="connsiteY1" fmla="*/ 0 h 3313142"/>
              <a:gd name="connsiteX2" fmla="*/ 1144905 w 1145079"/>
              <a:gd name="connsiteY2" fmla="*/ 3308466 h 3313142"/>
              <a:gd name="connsiteX3" fmla="*/ 0 w 1145079"/>
              <a:gd name="connsiteY3" fmla="*/ 3313142 h 3313142"/>
              <a:gd name="connsiteX0" fmla="*/ 209550 w 1145079"/>
              <a:gd name="connsiteY0" fmla="*/ 0 h 3456103"/>
              <a:gd name="connsiteX1" fmla="*/ 1145079 w 1145079"/>
              <a:gd name="connsiteY1" fmla="*/ 142961 h 3456103"/>
              <a:gd name="connsiteX2" fmla="*/ 1144905 w 1145079"/>
              <a:gd name="connsiteY2" fmla="*/ 3451427 h 3456103"/>
              <a:gd name="connsiteX3" fmla="*/ 0 w 1145079"/>
              <a:gd name="connsiteY3" fmla="*/ 3456103 h 3456103"/>
              <a:gd name="connsiteX0" fmla="*/ 219075 w 1145079"/>
              <a:gd name="connsiteY0" fmla="*/ 0 h 3313228"/>
              <a:gd name="connsiteX1" fmla="*/ 1145079 w 1145079"/>
              <a:gd name="connsiteY1" fmla="*/ 86 h 3313228"/>
              <a:gd name="connsiteX2" fmla="*/ 1144905 w 1145079"/>
              <a:gd name="connsiteY2" fmla="*/ 3308552 h 3313228"/>
              <a:gd name="connsiteX3" fmla="*/ 0 w 1145079"/>
              <a:gd name="connsiteY3" fmla="*/ 3313228 h 3313228"/>
              <a:gd name="connsiteX0" fmla="*/ 57150 w 983154"/>
              <a:gd name="connsiteY0" fmla="*/ 0 h 3308552"/>
              <a:gd name="connsiteX1" fmla="*/ 983154 w 983154"/>
              <a:gd name="connsiteY1" fmla="*/ 86 h 3308552"/>
              <a:gd name="connsiteX2" fmla="*/ 982980 w 983154"/>
              <a:gd name="connsiteY2" fmla="*/ 3308552 h 3308552"/>
              <a:gd name="connsiteX3" fmla="*/ 0 w 983154"/>
              <a:gd name="connsiteY3" fmla="*/ 3308466 h 3308552"/>
              <a:gd name="connsiteX0" fmla="*/ 33337 w 959341"/>
              <a:gd name="connsiteY0" fmla="*/ 0 h 3308552"/>
              <a:gd name="connsiteX1" fmla="*/ 959341 w 959341"/>
              <a:gd name="connsiteY1" fmla="*/ 86 h 3308552"/>
              <a:gd name="connsiteX2" fmla="*/ 959167 w 959341"/>
              <a:gd name="connsiteY2" fmla="*/ 3308552 h 3308552"/>
              <a:gd name="connsiteX3" fmla="*/ 0 w 959341"/>
              <a:gd name="connsiteY3" fmla="*/ 3308466 h 3308552"/>
              <a:gd name="connsiteX0" fmla="*/ 4762 w 930766"/>
              <a:gd name="connsiteY0" fmla="*/ 0 h 3308552"/>
              <a:gd name="connsiteX1" fmla="*/ 930766 w 930766"/>
              <a:gd name="connsiteY1" fmla="*/ 86 h 3308552"/>
              <a:gd name="connsiteX2" fmla="*/ 930592 w 930766"/>
              <a:gd name="connsiteY2" fmla="*/ 3308552 h 3308552"/>
              <a:gd name="connsiteX3" fmla="*/ 0 w 930766"/>
              <a:gd name="connsiteY3" fmla="*/ 3308466 h 330855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930766" h="3308552">
                <a:moveTo>
                  <a:pt x="4762" y="0"/>
                </a:moveTo>
                <a:lnTo>
                  <a:pt x="930766" y="86"/>
                </a:lnTo>
                <a:lnTo>
                  <a:pt x="930592" y="3308552"/>
                </a:lnTo>
                <a:lnTo>
                  <a:pt x="0" y="3308466"/>
                </a:lnTo>
              </a:path>
            </a:pathLst>
          </a:custGeom>
          <a:noFill/>
          <a:ln w="38100">
            <a:solidFill>
              <a:schemeClr val="tx1"/>
            </a:solidFill>
            <a:headEnd type="none" w="med" len="med"/>
            <a:tailEnd type="arrow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C59D40F5-8AB0-2D36-EA85-3577A4E025B8}"/>
              </a:ext>
            </a:extLst>
          </p:cNvPr>
          <p:cNvSpPr txBox="1"/>
          <p:nvPr/>
        </p:nvSpPr>
        <p:spPr>
          <a:xfrm>
            <a:off x="9504105" y="3233276"/>
            <a:ext cx="1735395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b="1" dirty="0">
                <a:solidFill>
                  <a:schemeClr val="accent1">
                    <a:lumMod val="50000"/>
                  </a:schemeClr>
                </a:solidFill>
              </a:rPr>
              <a:t>Structured Prompt</a:t>
            </a:r>
          </a:p>
        </p:txBody>
      </p:sp>
      <p:sp>
        <p:nvSpPr>
          <p:cNvPr id="37" name="Freeform: Shape 36">
            <a:extLst>
              <a:ext uri="{FF2B5EF4-FFF2-40B4-BE49-F238E27FC236}">
                <a16:creationId xmlns:a16="http://schemas.microsoft.com/office/drawing/2014/main" id="{1961F29F-5836-E899-B7C4-9E714E8123AB}"/>
              </a:ext>
            </a:extLst>
          </p:cNvPr>
          <p:cNvSpPr/>
          <p:nvPr/>
        </p:nvSpPr>
        <p:spPr>
          <a:xfrm rot="10800000">
            <a:off x="2966909" y="2140834"/>
            <a:ext cx="621816" cy="2831216"/>
          </a:xfrm>
          <a:custGeom>
            <a:avLst/>
            <a:gdLst>
              <a:gd name="connsiteX0" fmla="*/ 0 w 1097280"/>
              <a:gd name="connsiteY0" fmla="*/ 33251 h 3341717"/>
              <a:gd name="connsiteX1" fmla="*/ 1030779 w 1097280"/>
              <a:gd name="connsiteY1" fmla="*/ 0 h 3341717"/>
              <a:gd name="connsiteX2" fmla="*/ 1097280 w 1097280"/>
              <a:gd name="connsiteY2" fmla="*/ 3308466 h 3341717"/>
              <a:gd name="connsiteX3" fmla="*/ 0 w 1097280"/>
              <a:gd name="connsiteY3" fmla="*/ 3341717 h 3341717"/>
              <a:gd name="connsiteX0" fmla="*/ 0 w 1097280"/>
              <a:gd name="connsiteY0" fmla="*/ 4676 h 3341717"/>
              <a:gd name="connsiteX1" fmla="*/ 1030779 w 1097280"/>
              <a:gd name="connsiteY1" fmla="*/ 0 h 3341717"/>
              <a:gd name="connsiteX2" fmla="*/ 1097280 w 1097280"/>
              <a:gd name="connsiteY2" fmla="*/ 3308466 h 3341717"/>
              <a:gd name="connsiteX3" fmla="*/ 0 w 1097280"/>
              <a:gd name="connsiteY3" fmla="*/ 3341717 h 3341717"/>
              <a:gd name="connsiteX0" fmla="*/ 47625 w 1144905"/>
              <a:gd name="connsiteY0" fmla="*/ 4676 h 3313142"/>
              <a:gd name="connsiteX1" fmla="*/ 1078404 w 1144905"/>
              <a:gd name="connsiteY1" fmla="*/ 0 h 3313142"/>
              <a:gd name="connsiteX2" fmla="*/ 1144905 w 1144905"/>
              <a:gd name="connsiteY2" fmla="*/ 3308466 h 3313142"/>
              <a:gd name="connsiteX3" fmla="*/ 0 w 1144905"/>
              <a:gd name="connsiteY3" fmla="*/ 3313142 h 3313142"/>
              <a:gd name="connsiteX0" fmla="*/ 47625 w 1145079"/>
              <a:gd name="connsiteY0" fmla="*/ 4676 h 3313142"/>
              <a:gd name="connsiteX1" fmla="*/ 1145079 w 1145079"/>
              <a:gd name="connsiteY1" fmla="*/ 0 h 3313142"/>
              <a:gd name="connsiteX2" fmla="*/ 1144905 w 1145079"/>
              <a:gd name="connsiteY2" fmla="*/ 3308466 h 3313142"/>
              <a:gd name="connsiteX3" fmla="*/ 0 w 1145079"/>
              <a:gd name="connsiteY3" fmla="*/ 3313142 h 3313142"/>
              <a:gd name="connsiteX0" fmla="*/ 76200 w 1145079"/>
              <a:gd name="connsiteY0" fmla="*/ 4676 h 3313142"/>
              <a:gd name="connsiteX1" fmla="*/ 1145079 w 1145079"/>
              <a:gd name="connsiteY1" fmla="*/ 0 h 3313142"/>
              <a:gd name="connsiteX2" fmla="*/ 1144905 w 1145079"/>
              <a:gd name="connsiteY2" fmla="*/ 3308466 h 3313142"/>
              <a:gd name="connsiteX3" fmla="*/ 0 w 1145079"/>
              <a:gd name="connsiteY3" fmla="*/ 3313142 h 3313142"/>
              <a:gd name="connsiteX0" fmla="*/ 95250 w 1145079"/>
              <a:gd name="connsiteY0" fmla="*/ 4676 h 3313142"/>
              <a:gd name="connsiteX1" fmla="*/ 1145079 w 1145079"/>
              <a:gd name="connsiteY1" fmla="*/ 0 h 3313142"/>
              <a:gd name="connsiteX2" fmla="*/ 1144905 w 1145079"/>
              <a:gd name="connsiteY2" fmla="*/ 3308466 h 3313142"/>
              <a:gd name="connsiteX3" fmla="*/ 0 w 1145079"/>
              <a:gd name="connsiteY3" fmla="*/ 3313142 h 3313142"/>
              <a:gd name="connsiteX0" fmla="*/ 209550 w 1145079"/>
              <a:gd name="connsiteY0" fmla="*/ 0 h 3456103"/>
              <a:gd name="connsiteX1" fmla="*/ 1145079 w 1145079"/>
              <a:gd name="connsiteY1" fmla="*/ 142961 h 3456103"/>
              <a:gd name="connsiteX2" fmla="*/ 1144905 w 1145079"/>
              <a:gd name="connsiteY2" fmla="*/ 3451427 h 3456103"/>
              <a:gd name="connsiteX3" fmla="*/ 0 w 1145079"/>
              <a:gd name="connsiteY3" fmla="*/ 3456103 h 3456103"/>
              <a:gd name="connsiteX0" fmla="*/ 219075 w 1145079"/>
              <a:gd name="connsiteY0" fmla="*/ 0 h 3313228"/>
              <a:gd name="connsiteX1" fmla="*/ 1145079 w 1145079"/>
              <a:gd name="connsiteY1" fmla="*/ 86 h 3313228"/>
              <a:gd name="connsiteX2" fmla="*/ 1144905 w 1145079"/>
              <a:gd name="connsiteY2" fmla="*/ 3308552 h 3313228"/>
              <a:gd name="connsiteX3" fmla="*/ 0 w 1145079"/>
              <a:gd name="connsiteY3" fmla="*/ 3313228 h 3313228"/>
              <a:gd name="connsiteX0" fmla="*/ 57150 w 983154"/>
              <a:gd name="connsiteY0" fmla="*/ 0 h 3308552"/>
              <a:gd name="connsiteX1" fmla="*/ 983154 w 983154"/>
              <a:gd name="connsiteY1" fmla="*/ 86 h 3308552"/>
              <a:gd name="connsiteX2" fmla="*/ 982980 w 983154"/>
              <a:gd name="connsiteY2" fmla="*/ 3308552 h 3308552"/>
              <a:gd name="connsiteX3" fmla="*/ 0 w 983154"/>
              <a:gd name="connsiteY3" fmla="*/ 3308466 h 3308552"/>
              <a:gd name="connsiteX0" fmla="*/ 33337 w 959341"/>
              <a:gd name="connsiteY0" fmla="*/ 0 h 3308552"/>
              <a:gd name="connsiteX1" fmla="*/ 959341 w 959341"/>
              <a:gd name="connsiteY1" fmla="*/ 86 h 3308552"/>
              <a:gd name="connsiteX2" fmla="*/ 959167 w 959341"/>
              <a:gd name="connsiteY2" fmla="*/ 3308552 h 3308552"/>
              <a:gd name="connsiteX3" fmla="*/ 0 w 959341"/>
              <a:gd name="connsiteY3" fmla="*/ 3308466 h 3308552"/>
              <a:gd name="connsiteX0" fmla="*/ 4762 w 930766"/>
              <a:gd name="connsiteY0" fmla="*/ 0 h 3308552"/>
              <a:gd name="connsiteX1" fmla="*/ 930766 w 930766"/>
              <a:gd name="connsiteY1" fmla="*/ 86 h 3308552"/>
              <a:gd name="connsiteX2" fmla="*/ 930592 w 930766"/>
              <a:gd name="connsiteY2" fmla="*/ 3308552 h 3308552"/>
              <a:gd name="connsiteX3" fmla="*/ 0 w 930766"/>
              <a:gd name="connsiteY3" fmla="*/ 3308466 h 330855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930766" h="3308552">
                <a:moveTo>
                  <a:pt x="4762" y="0"/>
                </a:moveTo>
                <a:lnTo>
                  <a:pt x="930766" y="86"/>
                </a:lnTo>
                <a:lnTo>
                  <a:pt x="930592" y="3308552"/>
                </a:lnTo>
                <a:lnTo>
                  <a:pt x="0" y="3308466"/>
                </a:lnTo>
              </a:path>
            </a:pathLst>
          </a:custGeom>
          <a:noFill/>
          <a:ln w="38100">
            <a:solidFill>
              <a:schemeClr val="tx1"/>
            </a:solidFill>
            <a:headEnd type="none" w="med" len="med"/>
            <a:tailEnd type="arrow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CC7454F3-8C1E-8EAC-332D-A09EC7FD2EDF}"/>
              </a:ext>
            </a:extLst>
          </p:cNvPr>
          <p:cNvSpPr txBox="1"/>
          <p:nvPr/>
        </p:nvSpPr>
        <p:spPr>
          <a:xfrm>
            <a:off x="1231513" y="3371775"/>
            <a:ext cx="173539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b="1" dirty="0">
                <a:solidFill>
                  <a:schemeClr val="accent1">
                    <a:lumMod val="50000"/>
                  </a:schemeClr>
                </a:solidFill>
              </a:rPr>
              <a:t>Final recipe</a:t>
            </a:r>
          </a:p>
        </p:txBody>
      </p:sp>
      <p:grpSp>
        <p:nvGrpSpPr>
          <p:cNvPr id="41" name="Group 40">
            <a:extLst>
              <a:ext uri="{FF2B5EF4-FFF2-40B4-BE49-F238E27FC236}">
                <a16:creationId xmlns:a16="http://schemas.microsoft.com/office/drawing/2014/main" id="{FE13C028-8EFB-E5E7-3191-67F40615B52E}"/>
              </a:ext>
            </a:extLst>
          </p:cNvPr>
          <p:cNvGrpSpPr/>
          <p:nvPr/>
        </p:nvGrpSpPr>
        <p:grpSpPr>
          <a:xfrm>
            <a:off x="5433146" y="4717167"/>
            <a:ext cx="1396180" cy="236780"/>
            <a:chOff x="5498932" y="4601920"/>
            <a:chExt cx="1396180" cy="236780"/>
          </a:xfrm>
        </p:grpSpPr>
        <p:cxnSp>
          <p:nvCxnSpPr>
            <p:cNvPr id="39" name="Straight Arrow Connector 38">
              <a:extLst>
                <a:ext uri="{FF2B5EF4-FFF2-40B4-BE49-F238E27FC236}">
                  <a16:creationId xmlns:a16="http://schemas.microsoft.com/office/drawing/2014/main" id="{FA95CC23-198B-613B-7E6C-2204577C2343}"/>
                </a:ext>
              </a:extLst>
            </p:cNvPr>
            <p:cNvCxnSpPr>
              <a:cxnSpLocks/>
            </p:cNvCxnSpPr>
            <p:nvPr/>
          </p:nvCxnSpPr>
          <p:spPr>
            <a:xfrm>
              <a:off x="5498932" y="4601920"/>
              <a:ext cx="1396180" cy="0"/>
            </a:xfrm>
            <a:prstGeom prst="straightConnector1">
              <a:avLst/>
            </a:prstGeom>
            <a:ln w="38100">
              <a:solidFill>
                <a:schemeClr val="tx1"/>
              </a:solidFill>
              <a:headEnd type="none" w="med" len="med"/>
              <a:tailEnd type="arrow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0" name="Straight Arrow Connector 39">
              <a:extLst>
                <a:ext uri="{FF2B5EF4-FFF2-40B4-BE49-F238E27FC236}">
                  <a16:creationId xmlns:a16="http://schemas.microsoft.com/office/drawing/2014/main" id="{9529AF24-9FE4-55BE-29C1-E4D592B1E8EF}"/>
                </a:ext>
              </a:extLst>
            </p:cNvPr>
            <p:cNvCxnSpPr>
              <a:cxnSpLocks/>
            </p:cNvCxnSpPr>
            <p:nvPr/>
          </p:nvCxnSpPr>
          <p:spPr>
            <a:xfrm>
              <a:off x="5498932" y="4838700"/>
              <a:ext cx="1396180" cy="0"/>
            </a:xfrm>
            <a:prstGeom prst="straightConnector1">
              <a:avLst/>
            </a:prstGeom>
            <a:ln w="38100">
              <a:solidFill>
                <a:schemeClr val="tx1"/>
              </a:solidFill>
              <a:headEnd type="arrow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1702430612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61CDA6E-624D-8838-E7EC-3A0F0C38820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D5728FE-B017-64EF-9129-C99403F7F9B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Agent Roles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A980438-2EDF-6534-CEEC-0D0CD7C3151F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r>
              <a:rPr lang="en-US" dirty="0"/>
              <a:t>Planner</a:t>
            </a:r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Generator</a:t>
            </a:r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Verifier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E2D9C23-D845-D10D-78F6-DAAAD12DE9E9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/>
        <p:txBody>
          <a:bodyPr/>
          <a:lstStyle/>
          <a:p>
            <a:fld id="{A2D3FCAD-823A-476E-8B64-08133BA4013A}" type="slidenum">
              <a:rPr lang="en-US" smtClean="0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36335178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4F22D8F-521F-540E-3E17-94A81637533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C6DC267-34B6-43E2-E65E-9E4817E901F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Core Components: Dietary Restrictions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EC5D505-689E-CF50-838B-DABA2F830C26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D6609F4-30E2-830D-E3D5-7AD5FC76592D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/>
        <p:txBody>
          <a:bodyPr/>
          <a:lstStyle/>
          <a:p>
            <a:fld id="{A2D3FCAD-823A-476E-8B64-08133BA4013A}" type="slidenum">
              <a:rPr lang="en-US" smtClean="0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39792856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8B1A28E-9B4B-EDCE-3E00-0029D145D9F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52087CB-E922-3428-542D-2BCDD640691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Core Components: Nutrition Information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0A47E49-102F-56F7-5654-D052E1FBFB97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CDA9E19-255F-7CD8-6FEB-42BFE248E738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/>
        <p:txBody>
          <a:bodyPr/>
          <a:lstStyle/>
          <a:p>
            <a:fld id="{A2D3FCAD-823A-476E-8B64-08133BA4013A}" type="slidenum">
              <a:rPr lang="en-US" smtClean="0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01753361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CF0DAB3-FA92-D0F3-6B47-09867EE98D3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4DDF458-2B90-E3D7-9DD5-54E3D1DC310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Core Components: Budgetary Constraints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348170A-3079-F531-406A-A4EDA5418E8E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72CECCE-59BE-4B75-D669-2C062EF7BEF3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/>
        <p:txBody>
          <a:bodyPr/>
          <a:lstStyle/>
          <a:p>
            <a:fld id="{A2D3FCAD-823A-476E-8B64-08133BA4013A}" type="slidenum">
              <a:rPr lang="en-US" smtClean="0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25723681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4E844B7-5663-8840-8379-0B791AB324F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6AC5AE0-59AD-3D48-CF71-BD2FB19A77E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Implementation Details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D66BBFE-C614-0025-A823-D573552CCE7F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r>
              <a:rPr lang="en-US" dirty="0"/>
              <a:t>Tested different base models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4BE177E-780E-B31D-266D-54529D26626F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/>
        <p:txBody>
          <a:bodyPr/>
          <a:lstStyle/>
          <a:p>
            <a:fld id="{A2D3FCAD-823A-476E-8B64-08133BA4013A}" type="slidenum">
              <a:rPr lang="en-US" smtClean="0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73789644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2A28C1A-9EEA-787E-E7A2-1F5D8E39B4E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Infrastructure: Hardware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49E6847-9123-9CE6-74F8-51BB2AB869B3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3851BDF-8F9D-462A-E519-41432856F554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/>
        <p:txBody>
          <a:bodyPr/>
          <a:lstStyle/>
          <a:p>
            <a:fld id="{A2D3FCAD-823A-476E-8B64-08133BA4013A}" type="slidenum">
              <a:rPr lang="en-US" smtClean="0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90738834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3F9C502-5161-0245-3A73-1837820CA07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A9FF0A0-FACB-5196-44BD-1DEDE32F3E6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Infrastructure: Software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5BC5012-DC73-04C2-A536-D732522C9D37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A70D1A0-36B7-1888-FFFA-09A46E769FB1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/>
        <p:txBody>
          <a:bodyPr/>
          <a:lstStyle/>
          <a:p>
            <a:fld id="{A2D3FCAD-823A-476E-8B64-08133BA4013A}" type="slidenum">
              <a:rPr lang="en-US" smtClean="0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97351228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5EC8D11-1520-68F2-336F-7CFA4BBF99E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A9B34D4-D4CA-7A39-64DD-1ECD1F8BB37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Evaluation Strategy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C798724-A7A3-4D16-6438-54FAA6C266BE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4A826FA-C0EE-7DC0-9B80-D776C52549BA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/>
        <p:txBody>
          <a:bodyPr/>
          <a:lstStyle/>
          <a:p>
            <a:fld id="{A2D3FCAD-823A-476E-8B64-08133BA4013A}" type="slidenum">
              <a:rPr lang="en-US" smtClean="0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09161838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7E05AE4-85F2-2FD5-D728-0518715EB54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8E758E9-5108-B1EA-1341-ECD0887FA09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Results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6EC10AB-3CE6-88D0-BAA6-0174F5F98FEE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98614FA-6146-8E06-AAF3-3107C7BDF65C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/>
        <p:txBody>
          <a:bodyPr/>
          <a:lstStyle/>
          <a:p>
            <a:fld id="{A2D3FCAD-823A-476E-8B64-08133BA4013A}" type="slidenum">
              <a:rPr lang="en-US" smtClean="0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38481091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A909B4D-C41B-2CBB-3A91-94B0735EAF6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Limitations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4187548-4455-4FC0-C963-2B79944CEC8D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6384931-BE34-F3A6-48A0-373F20BF3C19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/>
        <p:txBody>
          <a:bodyPr/>
          <a:lstStyle/>
          <a:p>
            <a:fld id="{A2D3FCAD-823A-476E-8B64-08133BA4013A}" type="slidenum">
              <a:rPr lang="en-US" smtClean="0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4266675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222B5EE-18E7-2B0A-E84F-4068393D716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430A958-0516-E495-1007-E091ABB97B9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Conclusion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E53C70C-4451-4ED8-5378-EF54AD5079F7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>
            <a:normAutofit/>
          </a:bodyPr>
          <a:lstStyle/>
          <a:p>
            <a:endParaRPr lang="en-US" sz="2800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D0FE2C7-42C6-E0D0-067C-BC24F4996D92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/>
        <p:txBody>
          <a:bodyPr/>
          <a:lstStyle/>
          <a:p>
            <a:fld id="{A2D3FCAD-823A-476E-8B64-08133BA4013A}" type="slidenum">
              <a:rPr lang="en-US" smtClean="0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2689270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364DE8E-80BD-DAAB-A8E3-8975687892A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E2ADD0F-07E9-CBAF-CDEC-711D4767437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2D3FCAD-823A-476E-8B64-08133BA4013A}" type="slidenum">
              <a:rPr lang="en-US" smtClean="0">
                <a:solidFill>
                  <a:schemeClr val="bg1"/>
                </a:solidFill>
              </a:rPr>
              <a:t>18</a:t>
            </a:fld>
            <a:endParaRPr lang="en-US" dirty="0">
              <a:solidFill>
                <a:schemeClr val="bg1"/>
              </a:solidFill>
            </a:endParaRPr>
          </a:p>
        </p:txBody>
      </p:sp>
      <p:sp>
        <p:nvSpPr>
          <p:cNvPr id="5" name="Title 1">
            <a:extLst>
              <a:ext uri="{FF2B5EF4-FFF2-40B4-BE49-F238E27FC236}">
                <a16:creationId xmlns:a16="http://schemas.microsoft.com/office/drawing/2014/main" id="{A8702C09-C51E-F179-24C4-8EC9C82F5E0B}"/>
              </a:ext>
            </a:extLst>
          </p:cNvPr>
          <p:cNvSpPr txBox="1">
            <a:spLocks/>
          </p:cNvSpPr>
          <p:nvPr/>
        </p:nvSpPr>
        <p:spPr>
          <a:xfrm>
            <a:off x="952500" y="3048000"/>
            <a:ext cx="10287000" cy="762000"/>
          </a:xfrm>
          <a:prstGeom prst="rect">
            <a:avLst/>
          </a:prstGeom>
        </p:spPr>
        <p:txBody>
          <a:bodyPr anchor="ctr"/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3600" b="1" kern="1200" baseline="0">
                <a:solidFill>
                  <a:schemeClr val="accent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n-US" sz="6600" dirty="0">
                <a:solidFill>
                  <a:schemeClr val="bg1"/>
                </a:solidFill>
              </a:rPr>
              <a:t>Questions?</a:t>
            </a:r>
          </a:p>
        </p:txBody>
      </p:sp>
    </p:spTree>
    <p:extLst>
      <p:ext uri="{BB962C8B-B14F-4D97-AF65-F5344CB8AC3E}">
        <p14:creationId xmlns:p14="http://schemas.microsoft.com/office/powerpoint/2010/main" val="2984069348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448411A-A43C-8A1F-183E-03F38A90A93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References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308F3A7-40C3-3C67-A2F6-C2BE95A09F62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>
            <a:normAutofit/>
          </a:bodyPr>
          <a:lstStyle/>
          <a:p>
            <a:r>
              <a:rPr lang="en-US" dirty="0"/>
              <a:t>https://fdc.nal.usda.gov/api-guide</a:t>
            </a:r>
          </a:p>
          <a:p>
            <a:pPr>
              <a:lnSpc>
                <a:spcPct val="110000"/>
              </a:lnSpc>
            </a:pPr>
            <a:endParaRPr lang="en-US" b="1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C8115B0-3558-3FB8-8E06-BF0ED8DD29BD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/>
        <p:txBody>
          <a:bodyPr/>
          <a:lstStyle/>
          <a:p>
            <a:fld id="{A2D3FCAD-823A-476E-8B64-08133BA4013A}" type="slidenum">
              <a:rPr lang="en-US" smtClean="0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00134003"/>
      </p:ext>
    </p:extLst>
  </p:cSld>
  <p:clrMapOvr>
    <a:masterClrMapping/>
  </p:clrMapOvr>
</p:sld>
</file>

<file path=ppt/theme/theme1.xml><?xml version="1.0" encoding="utf-8"?>
<a:theme xmlns:a="http://schemas.openxmlformats.org/drawingml/2006/main" name="APL-PowerPoint-Theme_light">
  <a:themeElements>
    <a:clrScheme name="Custom 24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002C73"/>
      </a:accent1>
      <a:accent2>
        <a:srgbClr val="3E8EDE"/>
      </a:accent2>
      <a:accent3>
        <a:srgbClr val="74AA50"/>
      </a:accent3>
      <a:accent4>
        <a:srgbClr val="D2D755"/>
      </a:accent4>
      <a:accent5>
        <a:srgbClr val="FF9E16"/>
      </a:accent5>
      <a:accent6>
        <a:srgbClr val="E03C30"/>
      </a:accent6>
      <a:hlink>
        <a:srgbClr val="0537FF"/>
      </a:hlink>
      <a:folHlink>
        <a:srgbClr val="953A7F"/>
      </a:folHlink>
    </a:clrScheme>
    <a:fontScheme name="Arial">
      <a:maj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ajorFont>
      <a:min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solidFill>
          <a:schemeClr val="accent2"/>
        </a:solidFill>
        <a:ln>
          <a:solidFill>
            <a:schemeClr val="accent1"/>
          </a:solidFill>
        </a:ln>
      </a:spPr>
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<a:prstTxWarp prst="textNoShape">
          <a:avLst/>
        </a:prstTxWarp>
        <a:normAutofit/>
      </a:bodyPr>
      <a:lstStyle>
        <a:defPPr algn="ctr">
          <a:defRPr sz="2000" dirty="0" err="1" smtClean="0"/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lnDef>
      <a:spPr>
        <a:ln w="12700">
          <a:solidFill>
            <a:schemeClr val="accent1"/>
          </a:solidFill>
        </a:ln>
      </a:spPr>
      <a:bodyPr/>
      <a:lstStyle/>
      <a:style>
        <a:lnRef idx="1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  <a:txDef>
      <a:spPr>
        <a:noFill/>
        <a:ln w="19050">
          <a:noFill/>
        </a:ln>
      </a:spPr>
      <a:bodyPr wrap="square" rtlCol="0">
        <a:spAutoFit/>
      </a:bodyPr>
      <a:lstStyle>
        <a:defPPr>
          <a:defRPr sz="2000" dirty="0" err="1" smtClean="0">
            <a:solidFill>
              <a:schemeClr val="tx2">
                <a:lumMod val="75000"/>
              </a:schemeClr>
            </a:solidFill>
          </a:defRPr>
        </a:defPPr>
      </a:lstStyle>
    </a:txDef>
  </a:objectDefaults>
  <a:extraClrSchemeLst/>
  <a:extLst>
    <a:ext uri="{05A4C25C-085E-4340-85A3-A5531E510DB2}">
      <thm15:themeFamily xmlns:thm15="http://schemas.microsoft.com/office/thememl/2012/main" name="TCG_AprilUpdates_v4" id="{D91A69F9-45B7-144C-A52B-8A1F3AE63104}" vid="{F0E5A7C5-53EF-8E4D-BBE4-F394812935E6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APL-PowerPoint-Theme_light</Template>
  <TotalTime>41</TotalTime>
  <Words>196</Words>
  <Application>Microsoft Office PowerPoint</Application>
  <PresentationFormat>Widescreen</PresentationFormat>
  <Paragraphs>74</Paragraphs>
  <Slides>19</Slides>
  <Notes>3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19</vt:i4>
      </vt:variant>
    </vt:vector>
  </HeadingPairs>
  <TitlesOfParts>
    <vt:vector size="24" baseType="lpstr">
      <vt:lpstr>Arial</vt:lpstr>
      <vt:lpstr>Calibri</vt:lpstr>
      <vt:lpstr>Helvetica</vt:lpstr>
      <vt:lpstr>Times New Roman</vt:lpstr>
      <vt:lpstr>APL-PowerPoint-Theme_light</vt:lpstr>
      <vt:lpstr>Let’s Get This Breadboard: An Agentic Approach to Recipe Generation</vt:lpstr>
      <vt:lpstr>Motivation &amp; Problem Definition</vt:lpstr>
      <vt:lpstr>Project Objectives</vt:lpstr>
      <vt:lpstr>Related Work</vt:lpstr>
      <vt:lpstr>System Architecture</vt:lpstr>
      <vt:lpstr>Pipeline</vt:lpstr>
      <vt:lpstr>Agent Roles</vt:lpstr>
      <vt:lpstr>Core Components: Dietary Restrictions</vt:lpstr>
      <vt:lpstr>Core Components: Nutrition Information</vt:lpstr>
      <vt:lpstr>Core Components: Budgetary Constraints</vt:lpstr>
      <vt:lpstr>Implementation Details</vt:lpstr>
      <vt:lpstr>Infrastructure: Hardware</vt:lpstr>
      <vt:lpstr>Infrastructure: Software</vt:lpstr>
      <vt:lpstr>Evaluation Strategy</vt:lpstr>
      <vt:lpstr>Results</vt:lpstr>
      <vt:lpstr>Limitations</vt:lpstr>
      <vt:lpstr>Conclusion</vt:lpstr>
      <vt:lpstr>PowerPoint Presentation</vt:lpstr>
      <vt:lpstr>References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lastModifiedBy>Scott Ellis</cp:lastModifiedBy>
  <cp:revision>5</cp:revision>
  <dcterms:created xsi:type="dcterms:W3CDTF">2025-09-30T01:44:37Z</dcterms:created>
  <dcterms:modified xsi:type="dcterms:W3CDTF">2025-12-02T00:50:58Z</dcterms:modified>
</cp:coreProperties>
</file>