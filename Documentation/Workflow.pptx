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6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8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20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7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2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0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7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2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042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48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37AF374-812E-40AA-9F16-7FC5E5110158}" type="datetimeFigureOut">
              <a:rPr lang="en-US" smtClean="0"/>
              <a:t>11/04/2025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7DF0914-5107-4F08-890B-6764D72C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1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0F0A5C71-E3B7-0BF0-08BE-6B2DAFBD61C0}"/>
              </a:ext>
            </a:extLst>
          </p:cNvPr>
          <p:cNvSpPr txBox="1"/>
          <p:nvPr/>
        </p:nvSpPr>
        <p:spPr>
          <a:xfrm>
            <a:off x="1130710" y="235974"/>
            <a:ext cx="96749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Workflow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9D5898-C3D4-EB56-6C52-370E29A9152E}"/>
              </a:ext>
            </a:extLst>
          </p:cNvPr>
          <p:cNvGrpSpPr/>
          <p:nvPr/>
        </p:nvGrpSpPr>
        <p:grpSpPr>
          <a:xfrm>
            <a:off x="1748463" y="1251637"/>
            <a:ext cx="8695073" cy="5476288"/>
            <a:chOff x="1753393" y="1565164"/>
            <a:chExt cx="8695073" cy="54762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3753DD7-F4F3-E66A-4851-21B01A3D2A04}"/>
                </a:ext>
              </a:extLst>
            </p:cNvPr>
            <p:cNvGrpSpPr/>
            <p:nvPr/>
          </p:nvGrpSpPr>
          <p:grpSpPr>
            <a:xfrm>
              <a:off x="3163528" y="2008829"/>
              <a:ext cx="1735395" cy="553943"/>
              <a:chOff x="2947218" y="2238418"/>
              <a:chExt cx="1735395" cy="553943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958785D-63C6-FF44-D87A-A5793D3DD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6826" y="2792361"/>
                <a:ext cx="1396180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C70554-5D16-1F18-C6E3-2D080C203427}"/>
                  </a:ext>
                </a:extLst>
              </p:cNvPr>
              <p:cNvSpPr txBox="1"/>
              <p:nvPr/>
            </p:nvSpPr>
            <p:spPr>
              <a:xfrm>
                <a:off x="2947218" y="2238418"/>
                <a:ext cx="17353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Fill out fields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2D8151E-3D97-C503-6DA8-1434F789B4FA}"/>
                </a:ext>
              </a:extLst>
            </p:cNvPr>
            <p:cNvGrpSpPr/>
            <p:nvPr/>
          </p:nvGrpSpPr>
          <p:grpSpPr>
            <a:xfrm>
              <a:off x="5150879" y="1565164"/>
              <a:ext cx="1538748" cy="1820212"/>
              <a:chOff x="5014452" y="2347452"/>
              <a:chExt cx="1538748" cy="1820212"/>
            </a:xfrm>
          </p:grpSpPr>
          <p:pic>
            <p:nvPicPr>
              <p:cNvPr id="17" name="Graphic 16" descr="Computer with solid fill">
                <a:extLst>
                  <a:ext uri="{FF2B5EF4-FFF2-40B4-BE49-F238E27FC236}">
                    <a16:creationId xmlns:a16="http://schemas.microsoft.com/office/drawing/2014/main" id="{2E23C5BF-2FDF-A5F7-881D-7AE84846A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014452" y="2347452"/>
                <a:ext cx="1538748" cy="1538748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041F6E-B508-9AFD-192B-9B23DFB6FA08}"/>
                  </a:ext>
                </a:extLst>
              </p:cNvPr>
              <p:cNvSpPr txBox="1"/>
              <p:nvPr/>
            </p:nvSpPr>
            <p:spPr>
              <a:xfrm>
                <a:off x="5218471" y="3798332"/>
                <a:ext cx="11307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GUI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7742C8F-C3D8-39B8-AD34-86A859170CD0}"/>
                </a:ext>
              </a:extLst>
            </p:cNvPr>
            <p:cNvGrpSpPr/>
            <p:nvPr/>
          </p:nvGrpSpPr>
          <p:grpSpPr>
            <a:xfrm>
              <a:off x="6941583" y="1871574"/>
              <a:ext cx="1735395" cy="691198"/>
              <a:chOff x="2947218" y="2101163"/>
              <a:chExt cx="1735395" cy="691198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EAA7EFD-F39E-D41D-2A01-389F59ED42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6826" y="2792361"/>
                <a:ext cx="1396180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EB0D04-C232-833B-1BB7-1D394158F92A}"/>
                  </a:ext>
                </a:extLst>
              </p:cNvPr>
              <p:cNvSpPr txBox="1"/>
              <p:nvPr/>
            </p:nvSpPr>
            <p:spPr>
              <a:xfrm>
                <a:off x="2947218" y="2101163"/>
                <a:ext cx="17353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Structured Prompt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0954060-34BF-FFD4-F60C-D753DA0F9DF5}"/>
                </a:ext>
              </a:extLst>
            </p:cNvPr>
            <p:cNvGrpSpPr/>
            <p:nvPr/>
          </p:nvGrpSpPr>
          <p:grpSpPr>
            <a:xfrm>
              <a:off x="8537378" y="1805306"/>
              <a:ext cx="1911088" cy="2052537"/>
              <a:chOff x="7257949" y="631581"/>
              <a:chExt cx="1911088" cy="2052537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79DEAE-4015-E68C-E740-7863907A1DE2}"/>
                  </a:ext>
                </a:extLst>
              </p:cNvPr>
              <p:cNvSpPr txBox="1"/>
              <p:nvPr/>
            </p:nvSpPr>
            <p:spPr>
              <a:xfrm>
                <a:off x="7257949" y="1760788"/>
                <a:ext cx="191108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Recipe Generator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(gpt-oss:20b)</a:t>
                </a:r>
              </a:p>
            </p:txBody>
          </p:sp>
          <p:pic>
            <p:nvPicPr>
              <p:cNvPr id="24" name="Graphic 23" descr="Artificial Intelligence with solid fill">
                <a:extLst>
                  <a:ext uri="{FF2B5EF4-FFF2-40B4-BE49-F238E27FC236}">
                    <a16:creationId xmlns:a16="http://schemas.microsoft.com/office/drawing/2014/main" id="{C3860A69-C094-C72D-AD99-AB9A3A4DE6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649505" y="631581"/>
                <a:ext cx="1133087" cy="1133087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41F52F7-1AFA-711E-4E47-F3314B43F438}"/>
                </a:ext>
              </a:extLst>
            </p:cNvPr>
            <p:cNvGrpSpPr/>
            <p:nvPr/>
          </p:nvGrpSpPr>
          <p:grpSpPr>
            <a:xfrm>
              <a:off x="8723549" y="4986042"/>
              <a:ext cx="1538747" cy="2055410"/>
              <a:chOff x="7440499" y="631581"/>
              <a:chExt cx="1538747" cy="205541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65D78C3-A1D2-7927-9F22-0499BB17DD23}"/>
                  </a:ext>
                </a:extLst>
              </p:cNvPr>
              <p:cNvSpPr txBox="1"/>
              <p:nvPr/>
            </p:nvSpPr>
            <p:spPr>
              <a:xfrm>
                <a:off x="7440499" y="1763661"/>
                <a:ext cx="153874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Recipe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Validator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(qwen3:8b)</a:t>
                </a:r>
              </a:p>
            </p:txBody>
          </p:sp>
          <p:pic>
            <p:nvPicPr>
              <p:cNvPr id="28" name="Graphic 27" descr="Artificial Intelligence with solid fill">
                <a:extLst>
                  <a:ext uri="{FF2B5EF4-FFF2-40B4-BE49-F238E27FC236}">
                    <a16:creationId xmlns:a16="http://schemas.microsoft.com/office/drawing/2014/main" id="{F3E0D2F2-10B0-662A-F397-16A96451E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649505" y="631581"/>
                <a:ext cx="1133087" cy="1133087"/>
              </a:xfrm>
              <a:prstGeom prst="rect">
                <a:avLst/>
              </a:prstGeom>
            </p:spPr>
          </p:pic>
        </p:grpSp>
        <p:pic>
          <p:nvPicPr>
            <p:cNvPr id="35" name="Graphic 34" descr="Transfer with solid fill">
              <a:extLst>
                <a:ext uri="{FF2B5EF4-FFF2-40B4-BE49-F238E27FC236}">
                  <a16:creationId xmlns:a16="http://schemas.microsoft.com/office/drawing/2014/main" id="{C5519047-7B7F-974A-3C5F-D367426BF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>
              <a:off x="9041383" y="3954419"/>
              <a:ext cx="914400" cy="608356"/>
            </a:xfrm>
            <a:prstGeom prst="rect">
              <a:avLst/>
            </a:prstGeom>
          </p:spPr>
        </p:pic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8FC18227-5C27-0058-CF52-9AED50BD7EF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413821" y="3583717"/>
              <a:ext cx="6093551" cy="2227146"/>
            </a:xfrm>
            <a:prstGeom prst="bentConnector3">
              <a:avLst>
                <a:gd name="adj1" fmla="val 100020"/>
              </a:avLst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899DCC1-7482-F59D-AAD5-828EE7EF3CD7}"/>
                </a:ext>
              </a:extLst>
            </p:cNvPr>
            <p:cNvGrpSpPr/>
            <p:nvPr/>
          </p:nvGrpSpPr>
          <p:grpSpPr>
            <a:xfrm>
              <a:off x="1753393" y="1695191"/>
              <a:ext cx="1320853" cy="1690185"/>
              <a:chOff x="1753393" y="1695191"/>
              <a:chExt cx="1320853" cy="169018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CD8C6C-082C-E665-1A41-F145A7638A0E}"/>
                  </a:ext>
                </a:extLst>
              </p:cNvPr>
              <p:cNvSpPr txBox="1"/>
              <p:nvPr/>
            </p:nvSpPr>
            <p:spPr>
              <a:xfrm>
                <a:off x="1848465" y="3016044"/>
                <a:ext cx="11307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User</a:t>
                </a:r>
              </a:p>
            </p:txBody>
          </p:sp>
          <p:pic>
            <p:nvPicPr>
              <p:cNvPr id="3" name="Graphic 2" descr="User with solid fill">
                <a:extLst>
                  <a:ext uri="{FF2B5EF4-FFF2-40B4-BE49-F238E27FC236}">
                    <a16:creationId xmlns:a16="http://schemas.microsoft.com/office/drawing/2014/main" id="{4DCE14CA-417C-0F81-030E-346D6CC8F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753393" y="1695191"/>
                <a:ext cx="1320853" cy="132085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8735016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29</TotalTime>
  <Words>20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Ellis</dc:creator>
  <cp:lastModifiedBy>Scott Ellis</cp:lastModifiedBy>
  <cp:revision>3</cp:revision>
  <dcterms:created xsi:type="dcterms:W3CDTF">2025-11-04T19:26:15Z</dcterms:created>
  <dcterms:modified xsi:type="dcterms:W3CDTF">2025-11-04T19:56:43Z</dcterms:modified>
</cp:coreProperties>
</file>